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31" r:id="rId6"/>
  </p:sldMasterIdLst>
  <p:notesMasterIdLst>
    <p:notesMasterId r:id="rId32"/>
  </p:notesMasterIdLst>
  <p:handoutMasterIdLst>
    <p:handoutMasterId r:id="rId33"/>
  </p:handoutMasterIdLst>
  <p:sldIdLst>
    <p:sldId id="447" r:id="rId7"/>
    <p:sldId id="414" r:id="rId8"/>
    <p:sldId id="339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4" r:id="rId24"/>
    <p:sldId id="463" r:id="rId25"/>
    <p:sldId id="465" r:id="rId26"/>
    <p:sldId id="466" r:id="rId27"/>
    <p:sldId id="467" r:id="rId28"/>
    <p:sldId id="468" r:id="rId29"/>
    <p:sldId id="469" r:id="rId30"/>
    <p:sldId id="470" r:id="rId3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00"/>
    <a:srgbClr val="00C1DE"/>
    <a:srgbClr val="7F7F7F"/>
    <a:srgbClr val="333E48"/>
    <a:srgbClr val="FF6B00"/>
    <a:srgbClr val="E5ECEB"/>
    <a:srgbClr val="95D600"/>
    <a:srgbClr val="FFC6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65" autoAdjust="0"/>
    <p:restoredTop sz="86608"/>
  </p:normalViewPr>
  <p:slideViewPr>
    <p:cSldViewPr snapToGrid="0">
      <p:cViewPr varScale="1">
        <p:scale>
          <a:sx n="115" d="100"/>
          <a:sy n="115" d="100"/>
        </p:scale>
        <p:origin x="232" y="6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30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990C8-78C6-2B4A-A0FD-227F0ECD45CC}" type="doc">
      <dgm:prSet loTypeId="urn:microsoft.com/office/officeart/2005/8/layout/cycle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10458ED-D02C-384B-994A-543F80E87DF9}">
      <dgm:prSet phldrT="[Text]"/>
      <dgm:spPr/>
      <dgm:t>
        <a:bodyPr/>
        <a:lstStyle/>
        <a:p>
          <a:r>
            <a:rPr lang="en-GB" dirty="0"/>
            <a:t>Profile</a:t>
          </a:r>
        </a:p>
      </dgm:t>
    </dgm:pt>
    <dgm:pt modelId="{246B7C17-D566-CA4F-A29A-4C2BB88F247D}" type="parTrans" cxnId="{1566B2A5-EBBA-724B-A3CB-C22E9F2F8C1B}">
      <dgm:prSet/>
      <dgm:spPr/>
      <dgm:t>
        <a:bodyPr/>
        <a:lstStyle/>
        <a:p>
          <a:endParaRPr lang="en-GB"/>
        </a:p>
      </dgm:t>
    </dgm:pt>
    <dgm:pt modelId="{60003CD8-3F3A-5448-9767-96ACDC2E142F}" type="sibTrans" cxnId="{1566B2A5-EBBA-724B-A3CB-C22E9F2F8C1B}">
      <dgm:prSet/>
      <dgm:spPr/>
      <dgm:t>
        <a:bodyPr/>
        <a:lstStyle/>
        <a:p>
          <a:endParaRPr lang="en-GB"/>
        </a:p>
      </dgm:t>
    </dgm:pt>
    <dgm:pt modelId="{AF45B1BF-ABDE-6D47-A792-BB8B2105806F}">
      <dgm:prSet phldrT="[Text]"/>
      <dgm:spPr/>
      <dgm:t>
        <a:bodyPr/>
        <a:lstStyle/>
        <a:p>
          <a:r>
            <a:rPr lang="en-GB" dirty="0"/>
            <a:t>Diagnose</a:t>
          </a:r>
        </a:p>
      </dgm:t>
    </dgm:pt>
    <dgm:pt modelId="{FE11AC97-963E-854D-9DEF-4278B0738864}" type="parTrans" cxnId="{33CF4496-E9E1-2347-ACC2-772BB82C6F5C}">
      <dgm:prSet/>
      <dgm:spPr/>
      <dgm:t>
        <a:bodyPr/>
        <a:lstStyle/>
        <a:p>
          <a:endParaRPr lang="en-GB"/>
        </a:p>
      </dgm:t>
    </dgm:pt>
    <dgm:pt modelId="{296D95B1-3438-DB4A-B927-3CD4ACD1F78F}" type="sibTrans" cxnId="{33CF4496-E9E1-2347-ACC2-772BB82C6F5C}">
      <dgm:prSet/>
      <dgm:spPr/>
      <dgm:t>
        <a:bodyPr/>
        <a:lstStyle/>
        <a:p>
          <a:endParaRPr lang="en-GB"/>
        </a:p>
      </dgm:t>
    </dgm:pt>
    <dgm:pt modelId="{B7241C8D-D129-1849-A704-BAEFFB7803D0}">
      <dgm:prSet phldrT="[Text]"/>
      <dgm:spPr/>
      <dgm:t>
        <a:bodyPr/>
        <a:lstStyle/>
        <a:p>
          <a:r>
            <a:rPr lang="en-GB" dirty="0"/>
            <a:t>Fix</a:t>
          </a:r>
        </a:p>
      </dgm:t>
    </dgm:pt>
    <dgm:pt modelId="{94D3BB5C-10B5-C34C-BF8E-A048A70B98D5}" type="parTrans" cxnId="{976C5856-CDB5-1040-B6CB-FF9F12457F73}">
      <dgm:prSet/>
      <dgm:spPr/>
      <dgm:t>
        <a:bodyPr/>
        <a:lstStyle/>
        <a:p>
          <a:endParaRPr lang="en-GB"/>
        </a:p>
      </dgm:t>
    </dgm:pt>
    <dgm:pt modelId="{5AACA939-942E-5B44-956C-8DC3AF950062}" type="sibTrans" cxnId="{976C5856-CDB5-1040-B6CB-FF9F12457F73}">
      <dgm:prSet/>
      <dgm:spPr/>
      <dgm:t>
        <a:bodyPr/>
        <a:lstStyle/>
        <a:p>
          <a:endParaRPr lang="en-GB"/>
        </a:p>
      </dgm:t>
    </dgm:pt>
    <dgm:pt modelId="{BF439FCD-46E0-6B42-AC08-DAB07C98E883}" type="pres">
      <dgm:prSet presAssocID="{465990C8-78C6-2B4A-A0FD-227F0ECD45CC}" presName="Name0" presStyleCnt="0">
        <dgm:presLayoutVars>
          <dgm:dir/>
          <dgm:resizeHandles val="exact"/>
        </dgm:presLayoutVars>
      </dgm:prSet>
      <dgm:spPr/>
    </dgm:pt>
    <dgm:pt modelId="{5AF2DBA9-F4B3-894F-967F-E8FEA45142D6}" type="pres">
      <dgm:prSet presAssocID="{465990C8-78C6-2B4A-A0FD-227F0ECD45CC}" presName="cycle" presStyleCnt="0"/>
      <dgm:spPr/>
    </dgm:pt>
    <dgm:pt modelId="{045165E4-8C50-7D48-A005-3E0FE4849F41}" type="pres">
      <dgm:prSet presAssocID="{710458ED-D02C-384B-994A-543F80E87DF9}" presName="nodeFirstNode" presStyleLbl="node1" presStyleIdx="0" presStyleCnt="3">
        <dgm:presLayoutVars>
          <dgm:bulletEnabled val="1"/>
        </dgm:presLayoutVars>
      </dgm:prSet>
      <dgm:spPr/>
    </dgm:pt>
    <dgm:pt modelId="{B31182FD-350F-8C49-8B27-239C321C83CB}" type="pres">
      <dgm:prSet presAssocID="{60003CD8-3F3A-5448-9767-96ACDC2E142F}" presName="sibTransFirstNode" presStyleLbl="bgShp" presStyleIdx="0" presStyleCnt="1"/>
      <dgm:spPr/>
    </dgm:pt>
    <dgm:pt modelId="{1C656EFD-F51B-D74A-8E38-8CD9E932569F}" type="pres">
      <dgm:prSet presAssocID="{AF45B1BF-ABDE-6D47-A792-BB8B2105806F}" presName="nodeFollowingNodes" presStyleLbl="node1" presStyleIdx="1" presStyleCnt="3">
        <dgm:presLayoutVars>
          <dgm:bulletEnabled val="1"/>
        </dgm:presLayoutVars>
      </dgm:prSet>
      <dgm:spPr/>
    </dgm:pt>
    <dgm:pt modelId="{813B7B8D-AC54-CA49-9910-AA1313CB85C5}" type="pres">
      <dgm:prSet presAssocID="{B7241C8D-D129-1849-A704-BAEFFB7803D0}" presName="nodeFollowingNodes" presStyleLbl="node1" presStyleIdx="2" presStyleCnt="3">
        <dgm:presLayoutVars>
          <dgm:bulletEnabled val="1"/>
        </dgm:presLayoutVars>
      </dgm:prSet>
      <dgm:spPr/>
    </dgm:pt>
  </dgm:ptLst>
  <dgm:cxnLst>
    <dgm:cxn modelId="{6726661A-592F-3243-8DA2-F2281ACABE0E}" type="presOf" srcId="{60003CD8-3F3A-5448-9767-96ACDC2E142F}" destId="{B31182FD-350F-8C49-8B27-239C321C83CB}" srcOrd="0" destOrd="0" presId="urn:microsoft.com/office/officeart/2005/8/layout/cycle3"/>
    <dgm:cxn modelId="{B1B17053-DFAF-EF42-AAAE-8C0633FD2D24}" type="presOf" srcId="{AF45B1BF-ABDE-6D47-A792-BB8B2105806F}" destId="{1C656EFD-F51B-D74A-8E38-8CD9E932569F}" srcOrd="0" destOrd="0" presId="urn:microsoft.com/office/officeart/2005/8/layout/cycle3"/>
    <dgm:cxn modelId="{976C5856-CDB5-1040-B6CB-FF9F12457F73}" srcId="{465990C8-78C6-2B4A-A0FD-227F0ECD45CC}" destId="{B7241C8D-D129-1849-A704-BAEFFB7803D0}" srcOrd="2" destOrd="0" parTransId="{94D3BB5C-10B5-C34C-BF8E-A048A70B98D5}" sibTransId="{5AACA939-942E-5B44-956C-8DC3AF950062}"/>
    <dgm:cxn modelId="{51069085-EF92-B847-B1BE-05C557CEE285}" type="presOf" srcId="{B7241C8D-D129-1849-A704-BAEFFB7803D0}" destId="{813B7B8D-AC54-CA49-9910-AA1313CB85C5}" srcOrd="0" destOrd="0" presId="urn:microsoft.com/office/officeart/2005/8/layout/cycle3"/>
    <dgm:cxn modelId="{33CF4496-E9E1-2347-ACC2-772BB82C6F5C}" srcId="{465990C8-78C6-2B4A-A0FD-227F0ECD45CC}" destId="{AF45B1BF-ABDE-6D47-A792-BB8B2105806F}" srcOrd="1" destOrd="0" parTransId="{FE11AC97-963E-854D-9DEF-4278B0738864}" sibTransId="{296D95B1-3438-DB4A-B927-3CD4ACD1F78F}"/>
    <dgm:cxn modelId="{4E2A5EA1-EA76-D048-95DC-EEDEFD00679A}" type="presOf" srcId="{465990C8-78C6-2B4A-A0FD-227F0ECD45CC}" destId="{BF439FCD-46E0-6B42-AC08-DAB07C98E883}" srcOrd="0" destOrd="0" presId="urn:microsoft.com/office/officeart/2005/8/layout/cycle3"/>
    <dgm:cxn modelId="{1566B2A5-EBBA-724B-A3CB-C22E9F2F8C1B}" srcId="{465990C8-78C6-2B4A-A0FD-227F0ECD45CC}" destId="{710458ED-D02C-384B-994A-543F80E87DF9}" srcOrd="0" destOrd="0" parTransId="{246B7C17-D566-CA4F-A29A-4C2BB88F247D}" sibTransId="{60003CD8-3F3A-5448-9767-96ACDC2E142F}"/>
    <dgm:cxn modelId="{866FF2C6-B5A6-DA46-B6AC-10696831553D}" type="presOf" srcId="{710458ED-D02C-384B-994A-543F80E87DF9}" destId="{045165E4-8C50-7D48-A005-3E0FE4849F41}" srcOrd="0" destOrd="0" presId="urn:microsoft.com/office/officeart/2005/8/layout/cycle3"/>
    <dgm:cxn modelId="{0A3B953A-5955-4549-B674-C9D695E6D3A6}" type="presParOf" srcId="{BF439FCD-46E0-6B42-AC08-DAB07C98E883}" destId="{5AF2DBA9-F4B3-894F-967F-E8FEA45142D6}" srcOrd="0" destOrd="0" presId="urn:microsoft.com/office/officeart/2005/8/layout/cycle3"/>
    <dgm:cxn modelId="{72A93804-9200-C24E-99E9-325869B229F9}" type="presParOf" srcId="{5AF2DBA9-F4B3-894F-967F-E8FEA45142D6}" destId="{045165E4-8C50-7D48-A005-3E0FE4849F41}" srcOrd="0" destOrd="0" presId="urn:microsoft.com/office/officeart/2005/8/layout/cycle3"/>
    <dgm:cxn modelId="{F2F13B5B-3982-2C40-97F7-2A4CB30F60B9}" type="presParOf" srcId="{5AF2DBA9-F4B3-894F-967F-E8FEA45142D6}" destId="{B31182FD-350F-8C49-8B27-239C321C83CB}" srcOrd="1" destOrd="0" presId="urn:microsoft.com/office/officeart/2005/8/layout/cycle3"/>
    <dgm:cxn modelId="{1B44A79B-70CB-4A4E-8352-0B06E75113DC}" type="presParOf" srcId="{5AF2DBA9-F4B3-894F-967F-E8FEA45142D6}" destId="{1C656EFD-F51B-D74A-8E38-8CD9E932569F}" srcOrd="2" destOrd="0" presId="urn:microsoft.com/office/officeart/2005/8/layout/cycle3"/>
    <dgm:cxn modelId="{8A08A9F6-3F61-0F49-8454-A74BD8B7CF85}" type="presParOf" srcId="{5AF2DBA9-F4B3-894F-967F-E8FEA45142D6}" destId="{813B7B8D-AC54-CA49-9910-AA1313CB85C5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22249F-E9A6-5249-941E-2B0513FCE5B1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</dgm:pt>
    <dgm:pt modelId="{4BC5225A-D32F-FC44-8415-CF22EE412B7E}">
      <dgm:prSet phldrT="[Text]"/>
      <dgm:spPr/>
      <dgm:t>
        <a:bodyPr/>
        <a:lstStyle/>
        <a:p>
          <a:endParaRPr lang="en-GB" dirty="0"/>
        </a:p>
        <a:p>
          <a:r>
            <a:rPr lang="en-GB" dirty="0"/>
            <a:t>Reg</a:t>
          </a:r>
        </a:p>
      </dgm:t>
    </dgm:pt>
    <dgm:pt modelId="{3497F95E-4EF6-2247-A96A-4A31BD7A0E8B}" type="parTrans" cxnId="{560D88F9-5ECE-0346-BA36-DAE23718525F}">
      <dgm:prSet/>
      <dgm:spPr/>
      <dgm:t>
        <a:bodyPr/>
        <a:lstStyle/>
        <a:p>
          <a:endParaRPr lang="en-GB"/>
        </a:p>
      </dgm:t>
    </dgm:pt>
    <dgm:pt modelId="{A2E8BBAF-E423-8843-AA84-BB2035F89A3C}" type="sibTrans" cxnId="{560D88F9-5ECE-0346-BA36-DAE23718525F}">
      <dgm:prSet/>
      <dgm:spPr/>
      <dgm:t>
        <a:bodyPr/>
        <a:lstStyle/>
        <a:p>
          <a:endParaRPr lang="en-GB"/>
        </a:p>
      </dgm:t>
    </dgm:pt>
    <dgm:pt modelId="{19A2D6FA-6F1A-1443-8FA7-EEC342746785}">
      <dgm:prSet phldrT="[Text]"/>
      <dgm:spPr/>
      <dgm:t>
        <a:bodyPr/>
        <a:lstStyle/>
        <a:p>
          <a:r>
            <a:rPr lang="en-GB" dirty="0"/>
            <a:t>L1 Cache</a:t>
          </a:r>
        </a:p>
      </dgm:t>
    </dgm:pt>
    <dgm:pt modelId="{FE8B3FBD-6E87-C646-A8A3-447EE1E3FBB1}" type="parTrans" cxnId="{B08EE4E6-4299-CA44-90EE-44025303868C}">
      <dgm:prSet/>
      <dgm:spPr/>
      <dgm:t>
        <a:bodyPr/>
        <a:lstStyle/>
        <a:p>
          <a:endParaRPr lang="en-GB"/>
        </a:p>
      </dgm:t>
    </dgm:pt>
    <dgm:pt modelId="{85D63011-E6DF-2849-830C-BF6B88CB564D}" type="sibTrans" cxnId="{B08EE4E6-4299-CA44-90EE-44025303868C}">
      <dgm:prSet/>
      <dgm:spPr/>
      <dgm:t>
        <a:bodyPr/>
        <a:lstStyle/>
        <a:p>
          <a:endParaRPr lang="en-GB"/>
        </a:p>
      </dgm:t>
    </dgm:pt>
    <dgm:pt modelId="{77BC1B7F-FE99-5541-859D-7BCE6A13DD1D}">
      <dgm:prSet phldrT="[Text]"/>
      <dgm:spPr/>
      <dgm:t>
        <a:bodyPr/>
        <a:lstStyle/>
        <a:p>
          <a:r>
            <a:rPr lang="en-GB" dirty="0"/>
            <a:t>L2 Cache</a:t>
          </a:r>
        </a:p>
      </dgm:t>
    </dgm:pt>
    <dgm:pt modelId="{944008DF-872E-3142-873D-3BE0212FABC6}" type="parTrans" cxnId="{77FA137B-F7E2-9448-8CD3-97AA31426AB5}">
      <dgm:prSet/>
      <dgm:spPr/>
      <dgm:t>
        <a:bodyPr/>
        <a:lstStyle/>
        <a:p>
          <a:endParaRPr lang="en-GB"/>
        </a:p>
      </dgm:t>
    </dgm:pt>
    <dgm:pt modelId="{A09B1E7B-87DD-6541-B769-C212313BB358}" type="sibTrans" cxnId="{77FA137B-F7E2-9448-8CD3-97AA31426AB5}">
      <dgm:prSet/>
      <dgm:spPr/>
      <dgm:t>
        <a:bodyPr/>
        <a:lstStyle/>
        <a:p>
          <a:endParaRPr lang="en-GB"/>
        </a:p>
      </dgm:t>
    </dgm:pt>
    <dgm:pt modelId="{2089A45A-9450-9A43-B2C3-1BB32097D1E9}">
      <dgm:prSet phldrT="[Text]"/>
      <dgm:spPr/>
      <dgm:t>
        <a:bodyPr/>
        <a:lstStyle/>
        <a:p>
          <a:r>
            <a:rPr lang="en-GB" dirty="0"/>
            <a:t>LLC Cache</a:t>
          </a:r>
        </a:p>
      </dgm:t>
    </dgm:pt>
    <dgm:pt modelId="{54717654-C636-0243-8043-B4C203A44847}" type="parTrans" cxnId="{EEB6338E-508F-F845-BE18-2C1A55D9F14E}">
      <dgm:prSet/>
      <dgm:spPr/>
      <dgm:t>
        <a:bodyPr/>
        <a:lstStyle/>
        <a:p>
          <a:endParaRPr lang="en-GB"/>
        </a:p>
      </dgm:t>
    </dgm:pt>
    <dgm:pt modelId="{7A0CC5B0-AF0E-2B44-A1C8-944207140308}" type="sibTrans" cxnId="{EEB6338E-508F-F845-BE18-2C1A55D9F14E}">
      <dgm:prSet/>
      <dgm:spPr/>
      <dgm:t>
        <a:bodyPr/>
        <a:lstStyle/>
        <a:p>
          <a:endParaRPr lang="en-GB"/>
        </a:p>
      </dgm:t>
    </dgm:pt>
    <dgm:pt modelId="{9721DFCB-5639-084D-98A6-60266FF26FDA}">
      <dgm:prSet/>
      <dgm:spPr/>
      <dgm:t>
        <a:bodyPr/>
        <a:lstStyle/>
        <a:p>
          <a:r>
            <a:rPr lang="en-GB" dirty="0"/>
            <a:t>DRAM</a:t>
          </a:r>
        </a:p>
      </dgm:t>
    </dgm:pt>
    <dgm:pt modelId="{2E1F1DF9-D195-7247-B9E9-964BC906F919}" type="parTrans" cxnId="{AA164F65-E33C-8A4B-B2C2-5149C9FF5839}">
      <dgm:prSet/>
      <dgm:spPr/>
      <dgm:t>
        <a:bodyPr/>
        <a:lstStyle/>
        <a:p>
          <a:endParaRPr lang="en-GB"/>
        </a:p>
      </dgm:t>
    </dgm:pt>
    <dgm:pt modelId="{8D8A2D8D-BC93-BB4A-A8FE-4CE48BD4A55E}" type="sibTrans" cxnId="{AA164F65-E33C-8A4B-B2C2-5149C9FF5839}">
      <dgm:prSet/>
      <dgm:spPr/>
      <dgm:t>
        <a:bodyPr/>
        <a:lstStyle/>
        <a:p>
          <a:endParaRPr lang="en-GB"/>
        </a:p>
      </dgm:t>
    </dgm:pt>
    <dgm:pt modelId="{4996A124-28EB-DD4A-8D2C-708615BB0008}" type="pres">
      <dgm:prSet presAssocID="{6422249F-E9A6-5249-941E-2B0513FCE5B1}" presName="Name0" presStyleCnt="0">
        <dgm:presLayoutVars>
          <dgm:dir/>
          <dgm:animLvl val="lvl"/>
          <dgm:resizeHandles val="exact"/>
        </dgm:presLayoutVars>
      </dgm:prSet>
      <dgm:spPr/>
    </dgm:pt>
    <dgm:pt modelId="{6A9C3274-1D09-A24B-8A9C-F5BEFA280265}" type="pres">
      <dgm:prSet presAssocID="{4BC5225A-D32F-FC44-8415-CF22EE412B7E}" presName="Name8" presStyleCnt="0"/>
      <dgm:spPr/>
    </dgm:pt>
    <dgm:pt modelId="{8A3BBCFE-AD1E-A24F-8AF2-DF877FF4D458}" type="pres">
      <dgm:prSet presAssocID="{4BC5225A-D32F-FC44-8415-CF22EE412B7E}" presName="level" presStyleLbl="node1" presStyleIdx="0" presStyleCnt="5">
        <dgm:presLayoutVars>
          <dgm:chMax val="1"/>
          <dgm:bulletEnabled val="1"/>
        </dgm:presLayoutVars>
      </dgm:prSet>
      <dgm:spPr/>
    </dgm:pt>
    <dgm:pt modelId="{714C04A1-8916-1348-8BCE-FFB92FCAEFED}" type="pres">
      <dgm:prSet presAssocID="{4BC5225A-D32F-FC44-8415-CF22EE412B7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3847BD4-B7E8-F34C-A72C-4E1EC0CED200}" type="pres">
      <dgm:prSet presAssocID="{19A2D6FA-6F1A-1443-8FA7-EEC342746785}" presName="Name8" presStyleCnt="0"/>
      <dgm:spPr/>
    </dgm:pt>
    <dgm:pt modelId="{920F2EBC-F607-724F-BD35-C16C01F66C40}" type="pres">
      <dgm:prSet presAssocID="{19A2D6FA-6F1A-1443-8FA7-EEC342746785}" presName="level" presStyleLbl="node1" presStyleIdx="1" presStyleCnt="5">
        <dgm:presLayoutVars>
          <dgm:chMax val="1"/>
          <dgm:bulletEnabled val="1"/>
        </dgm:presLayoutVars>
      </dgm:prSet>
      <dgm:spPr/>
    </dgm:pt>
    <dgm:pt modelId="{EEF7B346-22CF-8D4C-BADD-120B556FA2B0}" type="pres">
      <dgm:prSet presAssocID="{19A2D6FA-6F1A-1443-8FA7-EEC34274678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0C84DCE-635E-0A40-BE07-461353975D6A}" type="pres">
      <dgm:prSet presAssocID="{77BC1B7F-FE99-5541-859D-7BCE6A13DD1D}" presName="Name8" presStyleCnt="0"/>
      <dgm:spPr/>
    </dgm:pt>
    <dgm:pt modelId="{A7F7CBA5-D669-EF48-B25B-FF287E6D84EA}" type="pres">
      <dgm:prSet presAssocID="{77BC1B7F-FE99-5541-859D-7BCE6A13DD1D}" presName="level" presStyleLbl="node1" presStyleIdx="2" presStyleCnt="5">
        <dgm:presLayoutVars>
          <dgm:chMax val="1"/>
          <dgm:bulletEnabled val="1"/>
        </dgm:presLayoutVars>
      </dgm:prSet>
      <dgm:spPr/>
    </dgm:pt>
    <dgm:pt modelId="{0383CF29-4C9F-AC4D-9645-2FBC35464BC5}" type="pres">
      <dgm:prSet presAssocID="{77BC1B7F-FE99-5541-859D-7BCE6A13DD1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8A9943-65E2-9B4D-9452-8D63D4C1F335}" type="pres">
      <dgm:prSet presAssocID="{2089A45A-9450-9A43-B2C3-1BB32097D1E9}" presName="Name8" presStyleCnt="0"/>
      <dgm:spPr/>
    </dgm:pt>
    <dgm:pt modelId="{183490AB-4DB1-7842-B782-3B4C879974EB}" type="pres">
      <dgm:prSet presAssocID="{2089A45A-9450-9A43-B2C3-1BB32097D1E9}" presName="level" presStyleLbl="node1" presStyleIdx="3" presStyleCnt="5">
        <dgm:presLayoutVars>
          <dgm:chMax val="1"/>
          <dgm:bulletEnabled val="1"/>
        </dgm:presLayoutVars>
      </dgm:prSet>
      <dgm:spPr/>
    </dgm:pt>
    <dgm:pt modelId="{A7D8AF27-B6A4-BD48-B7B7-F62FF850C048}" type="pres">
      <dgm:prSet presAssocID="{2089A45A-9450-9A43-B2C3-1BB32097D1E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6712D9D-6B7C-6C4D-A2DA-D61185B9492C}" type="pres">
      <dgm:prSet presAssocID="{9721DFCB-5639-084D-98A6-60266FF26FDA}" presName="Name8" presStyleCnt="0"/>
      <dgm:spPr/>
    </dgm:pt>
    <dgm:pt modelId="{6E27E759-5624-4B4A-B0EA-B06B8CC33536}" type="pres">
      <dgm:prSet presAssocID="{9721DFCB-5639-084D-98A6-60266FF26FDA}" presName="level" presStyleLbl="node1" presStyleIdx="4" presStyleCnt="5">
        <dgm:presLayoutVars>
          <dgm:chMax val="1"/>
          <dgm:bulletEnabled val="1"/>
        </dgm:presLayoutVars>
      </dgm:prSet>
      <dgm:spPr/>
    </dgm:pt>
    <dgm:pt modelId="{3F98CFD8-CDD0-A749-9D9F-2DFD7316B8ED}" type="pres">
      <dgm:prSet presAssocID="{9721DFCB-5639-084D-98A6-60266FF26FD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86E7CE24-B540-0D41-9669-143303D81FED}" type="presOf" srcId="{4BC5225A-D32F-FC44-8415-CF22EE412B7E}" destId="{8A3BBCFE-AD1E-A24F-8AF2-DF877FF4D458}" srcOrd="0" destOrd="0" presId="urn:microsoft.com/office/officeart/2005/8/layout/pyramid1"/>
    <dgm:cxn modelId="{62A2085A-1E29-D641-8A13-FDAE936F128E}" type="presOf" srcId="{19A2D6FA-6F1A-1443-8FA7-EEC342746785}" destId="{920F2EBC-F607-724F-BD35-C16C01F66C40}" srcOrd="0" destOrd="0" presId="urn:microsoft.com/office/officeart/2005/8/layout/pyramid1"/>
    <dgm:cxn modelId="{F5592464-7699-AF48-998C-66D826D0A169}" type="presOf" srcId="{19A2D6FA-6F1A-1443-8FA7-EEC342746785}" destId="{EEF7B346-22CF-8D4C-BADD-120B556FA2B0}" srcOrd="1" destOrd="0" presId="urn:microsoft.com/office/officeart/2005/8/layout/pyramid1"/>
    <dgm:cxn modelId="{AA164F65-E33C-8A4B-B2C2-5149C9FF5839}" srcId="{6422249F-E9A6-5249-941E-2B0513FCE5B1}" destId="{9721DFCB-5639-084D-98A6-60266FF26FDA}" srcOrd="4" destOrd="0" parTransId="{2E1F1DF9-D195-7247-B9E9-964BC906F919}" sibTransId="{8D8A2D8D-BC93-BB4A-A8FE-4CE48BD4A55E}"/>
    <dgm:cxn modelId="{DBDFB676-9A07-0940-846A-41B15BF43DD0}" type="presOf" srcId="{2089A45A-9450-9A43-B2C3-1BB32097D1E9}" destId="{A7D8AF27-B6A4-BD48-B7B7-F62FF850C048}" srcOrd="1" destOrd="0" presId="urn:microsoft.com/office/officeart/2005/8/layout/pyramid1"/>
    <dgm:cxn modelId="{77FA137B-F7E2-9448-8CD3-97AA31426AB5}" srcId="{6422249F-E9A6-5249-941E-2B0513FCE5B1}" destId="{77BC1B7F-FE99-5541-859D-7BCE6A13DD1D}" srcOrd="2" destOrd="0" parTransId="{944008DF-872E-3142-873D-3BE0212FABC6}" sibTransId="{A09B1E7B-87DD-6541-B769-C212313BB358}"/>
    <dgm:cxn modelId="{EEB6338E-508F-F845-BE18-2C1A55D9F14E}" srcId="{6422249F-E9A6-5249-941E-2B0513FCE5B1}" destId="{2089A45A-9450-9A43-B2C3-1BB32097D1E9}" srcOrd="3" destOrd="0" parTransId="{54717654-C636-0243-8043-B4C203A44847}" sibTransId="{7A0CC5B0-AF0E-2B44-A1C8-944207140308}"/>
    <dgm:cxn modelId="{9D7D65A9-5C26-9D45-B34A-98DF66C3F0E1}" type="presOf" srcId="{2089A45A-9450-9A43-B2C3-1BB32097D1E9}" destId="{183490AB-4DB1-7842-B782-3B4C879974EB}" srcOrd="0" destOrd="0" presId="urn:microsoft.com/office/officeart/2005/8/layout/pyramid1"/>
    <dgm:cxn modelId="{4328D1BA-69F7-6D4B-BA3B-7610E6D496CB}" type="presOf" srcId="{77BC1B7F-FE99-5541-859D-7BCE6A13DD1D}" destId="{0383CF29-4C9F-AC4D-9645-2FBC35464BC5}" srcOrd="1" destOrd="0" presId="urn:microsoft.com/office/officeart/2005/8/layout/pyramid1"/>
    <dgm:cxn modelId="{EB2105BE-224E-7247-9714-AD3C5CBE11AF}" type="presOf" srcId="{4BC5225A-D32F-FC44-8415-CF22EE412B7E}" destId="{714C04A1-8916-1348-8BCE-FFB92FCAEFED}" srcOrd="1" destOrd="0" presId="urn:microsoft.com/office/officeart/2005/8/layout/pyramid1"/>
    <dgm:cxn modelId="{12D935CD-8EFC-6A48-A2BB-1800FFF60418}" type="presOf" srcId="{77BC1B7F-FE99-5541-859D-7BCE6A13DD1D}" destId="{A7F7CBA5-D669-EF48-B25B-FF287E6D84EA}" srcOrd="0" destOrd="0" presId="urn:microsoft.com/office/officeart/2005/8/layout/pyramid1"/>
    <dgm:cxn modelId="{4E4F27DA-65B6-F243-BB59-9D117AE35863}" type="presOf" srcId="{6422249F-E9A6-5249-941E-2B0513FCE5B1}" destId="{4996A124-28EB-DD4A-8D2C-708615BB0008}" srcOrd="0" destOrd="0" presId="urn:microsoft.com/office/officeart/2005/8/layout/pyramid1"/>
    <dgm:cxn modelId="{FA0D11DF-6607-C64D-AC4E-84661576E616}" type="presOf" srcId="{9721DFCB-5639-084D-98A6-60266FF26FDA}" destId="{3F98CFD8-CDD0-A749-9D9F-2DFD7316B8ED}" srcOrd="1" destOrd="0" presId="urn:microsoft.com/office/officeart/2005/8/layout/pyramid1"/>
    <dgm:cxn modelId="{B08EE4E6-4299-CA44-90EE-44025303868C}" srcId="{6422249F-E9A6-5249-941E-2B0513FCE5B1}" destId="{19A2D6FA-6F1A-1443-8FA7-EEC342746785}" srcOrd="1" destOrd="0" parTransId="{FE8B3FBD-6E87-C646-A8A3-447EE1E3FBB1}" sibTransId="{85D63011-E6DF-2849-830C-BF6B88CB564D}"/>
    <dgm:cxn modelId="{553A24F3-ADCF-F14B-837A-B2AD13BCA946}" type="presOf" srcId="{9721DFCB-5639-084D-98A6-60266FF26FDA}" destId="{6E27E759-5624-4B4A-B0EA-B06B8CC33536}" srcOrd="0" destOrd="0" presId="urn:microsoft.com/office/officeart/2005/8/layout/pyramid1"/>
    <dgm:cxn modelId="{560D88F9-5ECE-0346-BA36-DAE23718525F}" srcId="{6422249F-E9A6-5249-941E-2B0513FCE5B1}" destId="{4BC5225A-D32F-FC44-8415-CF22EE412B7E}" srcOrd="0" destOrd="0" parTransId="{3497F95E-4EF6-2247-A96A-4A31BD7A0E8B}" sibTransId="{A2E8BBAF-E423-8843-AA84-BB2035F89A3C}"/>
    <dgm:cxn modelId="{47A2BC09-38A3-D647-BF25-B81FD4FAC0BB}" type="presParOf" srcId="{4996A124-28EB-DD4A-8D2C-708615BB0008}" destId="{6A9C3274-1D09-A24B-8A9C-F5BEFA280265}" srcOrd="0" destOrd="0" presId="urn:microsoft.com/office/officeart/2005/8/layout/pyramid1"/>
    <dgm:cxn modelId="{7747AEAE-74F7-A447-8F47-FB5C7299356E}" type="presParOf" srcId="{6A9C3274-1D09-A24B-8A9C-F5BEFA280265}" destId="{8A3BBCFE-AD1E-A24F-8AF2-DF877FF4D458}" srcOrd="0" destOrd="0" presId="urn:microsoft.com/office/officeart/2005/8/layout/pyramid1"/>
    <dgm:cxn modelId="{7BEE5D2A-63C1-AE4D-BC87-8C48F8EE893E}" type="presParOf" srcId="{6A9C3274-1D09-A24B-8A9C-F5BEFA280265}" destId="{714C04A1-8916-1348-8BCE-FFB92FCAEFED}" srcOrd="1" destOrd="0" presId="urn:microsoft.com/office/officeart/2005/8/layout/pyramid1"/>
    <dgm:cxn modelId="{BEA79F76-713E-034B-988C-58B1092BFD8E}" type="presParOf" srcId="{4996A124-28EB-DD4A-8D2C-708615BB0008}" destId="{A3847BD4-B7E8-F34C-A72C-4E1EC0CED200}" srcOrd="1" destOrd="0" presId="urn:microsoft.com/office/officeart/2005/8/layout/pyramid1"/>
    <dgm:cxn modelId="{4C6F6AA4-737F-DD40-8681-15D0F27D79AB}" type="presParOf" srcId="{A3847BD4-B7E8-F34C-A72C-4E1EC0CED200}" destId="{920F2EBC-F607-724F-BD35-C16C01F66C40}" srcOrd="0" destOrd="0" presId="urn:microsoft.com/office/officeart/2005/8/layout/pyramid1"/>
    <dgm:cxn modelId="{D79C241B-FF4B-B144-BE05-8132D17AF9A3}" type="presParOf" srcId="{A3847BD4-B7E8-F34C-A72C-4E1EC0CED200}" destId="{EEF7B346-22CF-8D4C-BADD-120B556FA2B0}" srcOrd="1" destOrd="0" presId="urn:microsoft.com/office/officeart/2005/8/layout/pyramid1"/>
    <dgm:cxn modelId="{5B4E1606-BE3B-5B45-8DE4-C5CA407E030C}" type="presParOf" srcId="{4996A124-28EB-DD4A-8D2C-708615BB0008}" destId="{F0C84DCE-635E-0A40-BE07-461353975D6A}" srcOrd="2" destOrd="0" presId="urn:microsoft.com/office/officeart/2005/8/layout/pyramid1"/>
    <dgm:cxn modelId="{DFA69EE7-DEBE-9749-99CC-74FE993D2489}" type="presParOf" srcId="{F0C84DCE-635E-0A40-BE07-461353975D6A}" destId="{A7F7CBA5-D669-EF48-B25B-FF287E6D84EA}" srcOrd="0" destOrd="0" presId="urn:microsoft.com/office/officeart/2005/8/layout/pyramid1"/>
    <dgm:cxn modelId="{33CA3D7C-A827-CF4F-938B-FA4A2B26ADCA}" type="presParOf" srcId="{F0C84DCE-635E-0A40-BE07-461353975D6A}" destId="{0383CF29-4C9F-AC4D-9645-2FBC35464BC5}" srcOrd="1" destOrd="0" presId="urn:microsoft.com/office/officeart/2005/8/layout/pyramid1"/>
    <dgm:cxn modelId="{DC279040-27FC-A04E-B151-B68F51442B06}" type="presParOf" srcId="{4996A124-28EB-DD4A-8D2C-708615BB0008}" destId="{4B8A9943-65E2-9B4D-9452-8D63D4C1F335}" srcOrd="3" destOrd="0" presId="urn:microsoft.com/office/officeart/2005/8/layout/pyramid1"/>
    <dgm:cxn modelId="{FAA364BD-9618-2C45-A01C-D474BA524E93}" type="presParOf" srcId="{4B8A9943-65E2-9B4D-9452-8D63D4C1F335}" destId="{183490AB-4DB1-7842-B782-3B4C879974EB}" srcOrd="0" destOrd="0" presId="urn:microsoft.com/office/officeart/2005/8/layout/pyramid1"/>
    <dgm:cxn modelId="{EA8BD4FA-EA8D-A74E-BA61-C33051796287}" type="presParOf" srcId="{4B8A9943-65E2-9B4D-9452-8D63D4C1F335}" destId="{A7D8AF27-B6A4-BD48-B7B7-F62FF850C048}" srcOrd="1" destOrd="0" presId="urn:microsoft.com/office/officeart/2005/8/layout/pyramid1"/>
    <dgm:cxn modelId="{04E792E4-0555-D444-B783-37997F5F81AA}" type="presParOf" srcId="{4996A124-28EB-DD4A-8D2C-708615BB0008}" destId="{36712D9D-6B7C-6C4D-A2DA-D61185B9492C}" srcOrd="4" destOrd="0" presId="urn:microsoft.com/office/officeart/2005/8/layout/pyramid1"/>
    <dgm:cxn modelId="{17963A76-D9F9-8942-A195-88DF8083D47E}" type="presParOf" srcId="{36712D9D-6B7C-6C4D-A2DA-D61185B9492C}" destId="{6E27E759-5624-4B4A-B0EA-B06B8CC33536}" srcOrd="0" destOrd="0" presId="urn:microsoft.com/office/officeart/2005/8/layout/pyramid1"/>
    <dgm:cxn modelId="{E53F8D34-FDE6-A64E-BB20-5BE09DFC60CD}" type="presParOf" srcId="{36712D9D-6B7C-6C4D-A2DA-D61185B9492C}" destId="{3F98CFD8-CDD0-A749-9D9F-2DFD7316B8ED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22249F-E9A6-5249-941E-2B0513FCE5B1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</dgm:pt>
    <dgm:pt modelId="{4BC5225A-D32F-FC44-8415-CF22EE412B7E}">
      <dgm:prSet phldrT="[Text]"/>
      <dgm:spPr/>
      <dgm:t>
        <a:bodyPr/>
        <a:lstStyle/>
        <a:p>
          <a:endParaRPr lang="en-GB" dirty="0"/>
        </a:p>
        <a:p>
          <a:r>
            <a:rPr lang="en-GB" dirty="0"/>
            <a:t>Reg</a:t>
          </a:r>
        </a:p>
      </dgm:t>
    </dgm:pt>
    <dgm:pt modelId="{3497F95E-4EF6-2247-A96A-4A31BD7A0E8B}" type="parTrans" cxnId="{560D88F9-5ECE-0346-BA36-DAE23718525F}">
      <dgm:prSet/>
      <dgm:spPr/>
      <dgm:t>
        <a:bodyPr/>
        <a:lstStyle/>
        <a:p>
          <a:endParaRPr lang="en-GB"/>
        </a:p>
      </dgm:t>
    </dgm:pt>
    <dgm:pt modelId="{A2E8BBAF-E423-8843-AA84-BB2035F89A3C}" type="sibTrans" cxnId="{560D88F9-5ECE-0346-BA36-DAE23718525F}">
      <dgm:prSet/>
      <dgm:spPr/>
      <dgm:t>
        <a:bodyPr/>
        <a:lstStyle/>
        <a:p>
          <a:endParaRPr lang="en-GB"/>
        </a:p>
      </dgm:t>
    </dgm:pt>
    <dgm:pt modelId="{19A2D6FA-6F1A-1443-8FA7-EEC342746785}">
      <dgm:prSet phldrT="[Text]"/>
      <dgm:spPr/>
      <dgm:t>
        <a:bodyPr/>
        <a:lstStyle/>
        <a:p>
          <a:r>
            <a:rPr lang="en-GB" dirty="0"/>
            <a:t>L1 Cache</a:t>
          </a:r>
        </a:p>
      </dgm:t>
    </dgm:pt>
    <dgm:pt modelId="{FE8B3FBD-6E87-C646-A8A3-447EE1E3FBB1}" type="parTrans" cxnId="{B08EE4E6-4299-CA44-90EE-44025303868C}">
      <dgm:prSet/>
      <dgm:spPr/>
      <dgm:t>
        <a:bodyPr/>
        <a:lstStyle/>
        <a:p>
          <a:endParaRPr lang="en-GB"/>
        </a:p>
      </dgm:t>
    </dgm:pt>
    <dgm:pt modelId="{85D63011-E6DF-2849-830C-BF6B88CB564D}" type="sibTrans" cxnId="{B08EE4E6-4299-CA44-90EE-44025303868C}">
      <dgm:prSet/>
      <dgm:spPr/>
      <dgm:t>
        <a:bodyPr/>
        <a:lstStyle/>
        <a:p>
          <a:endParaRPr lang="en-GB"/>
        </a:p>
      </dgm:t>
    </dgm:pt>
    <dgm:pt modelId="{77BC1B7F-FE99-5541-859D-7BCE6A13DD1D}">
      <dgm:prSet phldrT="[Text]"/>
      <dgm:spPr/>
      <dgm:t>
        <a:bodyPr/>
        <a:lstStyle/>
        <a:p>
          <a:r>
            <a:rPr lang="en-GB" dirty="0"/>
            <a:t>L2 Cache</a:t>
          </a:r>
        </a:p>
      </dgm:t>
    </dgm:pt>
    <dgm:pt modelId="{944008DF-872E-3142-873D-3BE0212FABC6}" type="parTrans" cxnId="{77FA137B-F7E2-9448-8CD3-97AA31426AB5}">
      <dgm:prSet/>
      <dgm:spPr/>
      <dgm:t>
        <a:bodyPr/>
        <a:lstStyle/>
        <a:p>
          <a:endParaRPr lang="en-GB"/>
        </a:p>
      </dgm:t>
    </dgm:pt>
    <dgm:pt modelId="{A09B1E7B-87DD-6541-B769-C212313BB358}" type="sibTrans" cxnId="{77FA137B-F7E2-9448-8CD3-97AA31426AB5}">
      <dgm:prSet/>
      <dgm:spPr/>
      <dgm:t>
        <a:bodyPr/>
        <a:lstStyle/>
        <a:p>
          <a:endParaRPr lang="en-GB"/>
        </a:p>
      </dgm:t>
    </dgm:pt>
    <dgm:pt modelId="{2089A45A-9450-9A43-B2C3-1BB32097D1E9}">
      <dgm:prSet phldrT="[Text]"/>
      <dgm:spPr/>
      <dgm:t>
        <a:bodyPr/>
        <a:lstStyle/>
        <a:p>
          <a:r>
            <a:rPr lang="en-GB" dirty="0"/>
            <a:t>LLC Cache</a:t>
          </a:r>
        </a:p>
      </dgm:t>
    </dgm:pt>
    <dgm:pt modelId="{54717654-C636-0243-8043-B4C203A44847}" type="parTrans" cxnId="{EEB6338E-508F-F845-BE18-2C1A55D9F14E}">
      <dgm:prSet/>
      <dgm:spPr/>
      <dgm:t>
        <a:bodyPr/>
        <a:lstStyle/>
        <a:p>
          <a:endParaRPr lang="en-GB"/>
        </a:p>
      </dgm:t>
    </dgm:pt>
    <dgm:pt modelId="{7A0CC5B0-AF0E-2B44-A1C8-944207140308}" type="sibTrans" cxnId="{EEB6338E-508F-F845-BE18-2C1A55D9F14E}">
      <dgm:prSet/>
      <dgm:spPr/>
      <dgm:t>
        <a:bodyPr/>
        <a:lstStyle/>
        <a:p>
          <a:endParaRPr lang="en-GB"/>
        </a:p>
      </dgm:t>
    </dgm:pt>
    <dgm:pt modelId="{9721DFCB-5639-084D-98A6-60266FF26FDA}">
      <dgm:prSet/>
      <dgm:spPr/>
      <dgm:t>
        <a:bodyPr/>
        <a:lstStyle/>
        <a:p>
          <a:r>
            <a:rPr lang="en-GB" dirty="0"/>
            <a:t>DRAM</a:t>
          </a:r>
        </a:p>
      </dgm:t>
    </dgm:pt>
    <dgm:pt modelId="{2E1F1DF9-D195-7247-B9E9-964BC906F919}" type="parTrans" cxnId="{AA164F65-E33C-8A4B-B2C2-5149C9FF5839}">
      <dgm:prSet/>
      <dgm:spPr/>
      <dgm:t>
        <a:bodyPr/>
        <a:lstStyle/>
        <a:p>
          <a:endParaRPr lang="en-GB"/>
        </a:p>
      </dgm:t>
    </dgm:pt>
    <dgm:pt modelId="{8D8A2D8D-BC93-BB4A-A8FE-4CE48BD4A55E}" type="sibTrans" cxnId="{AA164F65-E33C-8A4B-B2C2-5149C9FF5839}">
      <dgm:prSet/>
      <dgm:spPr/>
      <dgm:t>
        <a:bodyPr/>
        <a:lstStyle/>
        <a:p>
          <a:endParaRPr lang="en-GB"/>
        </a:p>
      </dgm:t>
    </dgm:pt>
    <dgm:pt modelId="{4996A124-28EB-DD4A-8D2C-708615BB0008}" type="pres">
      <dgm:prSet presAssocID="{6422249F-E9A6-5249-941E-2B0513FCE5B1}" presName="Name0" presStyleCnt="0">
        <dgm:presLayoutVars>
          <dgm:dir/>
          <dgm:animLvl val="lvl"/>
          <dgm:resizeHandles val="exact"/>
        </dgm:presLayoutVars>
      </dgm:prSet>
      <dgm:spPr/>
    </dgm:pt>
    <dgm:pt modelId="{6A9C3274-1D09-A24B-8A9C-F5BEFA280265}" type="pres">
      <dgm:prSet presAssocID="{4BC5225A-D32F-FC44-8415-CF22EE412B7E}" presName="Name8" presStyleCnt="0"/>
      <dgm:spPr/>
    </dgm:pt>
    <dgm:pt modelId="{8A3BBCFE-AD1E-A24F-8AF2-DF877FF4D458}" type="pres">
      <dgm:prSet presAssocID="{4BC5225A-D32F-FC44-8415-CF22EE412B7E}" presName="level" presStyleLbl="node1" presStyleIdx="0" presStyleCnt="5">
        <dgm:presLayoutVars>
          <dgm:chMax val="1"/>
          <dgm:bulletEnabled val="1"/>
        </dgm:presLayoutVars>
      </dgm:prSet>
      <dgm:spPr/>
    </dgm:pt>
    <dgm:pt modelId="{714C04A1-8916-1348-8BCE-FFB92FCAEFED}" type="pres">
      <dgm:prSet presAssocID="{4BC5225A-D32F-FC44-8415-CF22EE412B7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3847BD4-B7E8-F34C-A72C-4E1EC0CED200}" type="pres">
      <dgm:prSet presAssocID="{19A2D6FA-6F1A-1443-8FA7-EEC342746785}" presName="Name8" presStyleCnt="0"/>
      <dgm:spPr/>
    </dgm:pt>
    <dgm:pt modelId="{920F2EBC-F607-724F-BD35-C16C01F66C40}" type="pres">
      <dgm:prSet presAssocID="{19A2D6FA-6F1A-1443-8FA7-EEC342746785}" presName="level" presStyleLbl="node1" presStyleIdx="1" presStyleCnt="5">
        <dgm:presLayoutVars>
          <dgm:chMax val="1"/>
          <dgm:bulletEnabled val="1"/>
        </dgm:presLayoutVars>
      </dgm:prSet>
      <dgm:spPr/>
    </dgm:pt>
    <dgm:pt modelId="{EEF7B346-22CF-8D4C-BADD-120B556FA2B0}" type="pres">
      <dgm:prSet presAssocID="{19A2D6FA-6F1A-1443-8FA7-EEC34274678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0C84DCE-635E-0A40-BE07-461353975D6A}" type="pres">
      <dgm:prSet presAssocID="{77BC1B7F-FE99-5541-859D-7BCE6A13DD1D}" presName="Name8" presStyleCnt="0"/>
      <dgm:spPr/>
    </dgm:pt>
    <dgm:pt modelId="{A7F7CBA5-D669-EF48-B25B-FF287E6D84EA}" type="pres">
      <dgm:prSet presAssocID="{77BC1B7F-FE99-5541-859D-7BCE6A13DD1D}" presName="level" presStyleLbl="node1" presStyleIdx="2" presStyleCnt="5">
        <dgm:presLayoutVars>
          <dgm:chMax val="1"/>
          <dgm:bulletEnabled val="1"/>
        </dgm:presLayoutVars>
      </dgm:prSet>
      <dgm:spPr/>
    </dgm:pt>
    <dgm:pt modelId="{0383CF29-4C9F-AC4D-9645-2FBC35464BC5}" type="pres">
      <dgm:prSet presAssocID="{77BC1B7F-FE99-5541-859D-7BCE6A13DD1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8A9943-65E2-9B4D-9452-8D63D4C1F335}" type="pres">
      <dgm:prSet presAssocID="{2089A45A-9450-9A43-B2C3-1BB32097D1E9}" presName="Name8" presStyleCnt="0"/>
      <dgm:spPr/>
    </dgm:pt>
    <dgm:pt modelId="{183490AB-4DB1-7842-B782-3B4C879974EB}" type="pres">
      <dgm:prSet presAssocID="{2089A45A-9450-9A43-B2C3-1BB32097D1E9}" presName="level" presStyleLbl="node1" presStyleIdx="3" presStyleCnt="5">
        <dgm:presLayoutVars>
          <dgm:chMax val="1"/>
          <dgm:bulletEnabled val="1"/>
        </dgm:presLayoutVars>
      </dgm:prSet>
      <dgm:spPr/>
    </dgm:pt>
    <dgm:pt modelId="{A7D8AF27-B6A4-BD48-B7B7-F62FF850C048}" type="pres">
      <dgm:prSet presAssocID="{2089A45A-9450-9A43-B2C3-1BB32097D1E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6712D9D-6B7C-6C4D-A2DA-D61185B9492C}" type="pres">
      <dgm:prSet presAssocID="{9721DFCB-5639-084D-98A6-60266FF26FDA}" presName="Name8" presStyleCnt="0"/>
      <dgm:spPr/>
    </dgm:pt>
    <dgm:pt modelId="{6E27E759-5624-4B4A-B0EA-B06B8CC33536}" type="pres">
      <dgm:prSet presAssocID="{9721DFCB-5639-084D-98A6-60266FF26FDA}" presName="level" presStyleLbl="node1" presStyleIdx="4" presStyleCnt="5">
        <dgm:presLayoutVars>
          <dgm:chMax val="1"/>
          <dgm:bulletEnabled val="1"/>
        </dgm:presLayoutVars>
      </dgm:prSet>
      <dgm:spPr/>
    </dgm:pt>
    <dgm:pt modelId="{3F98CFD8-CDD0-A749-9D9F-2DFD7316B8ED}" type="pres">
      <dgm:prSet presAssocID="{9721DFCB-5639-084D-98A6-60266FF26FD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86E7CE24-B540-0D41-9669-143303D81FED}" type="presOf" srcId="{4BC5225A-D32F-FC44-8415-CF22EE412B7E}" destId="{8A3BBCFE-AD1E-A24F-8AF2-DF877FF4D458}" srcOrd="0" destOrd="0" presId="urn:microsoft.com/office/officeart/2005/8/layout/pyramid1"/>
    <dgm:cxn modelId="{62A2085A-1E29-D641-8A13-FDAE936F128E}" type="presOf" srcId="{19A2D6FA-6F1A-1443-8FA7-EEC342746785}" destId="{920F2EBC-F607-724F-BD35-C16C01F66C40}" srcOrd="0" destOrd="0" presId="urn:microsoft.com/office/officeart/2005/8/layout/pyramid1"/>
    <dgm:cxn modelId="{F5592464-7699-AF48-998C-66D826D0A169}" type="presOf" srcId="{19A2D6FA-6F1A-1443-8FA7-EEC342746785}" destId="{EEF7B346-22CF-8D4C-BADD-120B556FA2B0}" srcOrd="1" destOrd="0" presId="urn:microsoft.com/office/officeart/2005/8/layout/pyramid1"/>
    <dgm:cxn modelId="{AA164F65-E33C-8A4B-B2C2-5149C9FF5839}" srcId="{6422249F-E9A6-5249-941E-2B0513FCE5B1}" destId="{9721DFCB-5639-084D-98A6-60266FF26FDA}" srcOrd="4" destOrd="0" parTransId="{2E1F1DF9-D195-7247-B9E9-964BC906F919}" sibTransId="{8D8A2D8D-BC93-BB4A-A8FE-4CE48BD4A55E}"/>
    <dgm:cxn modelId="{DBDFB676-9A07-0940-846A-41B15BF43DD0}" type="presOf" srcId="{2089A45A-9450-9A43-B2C3-1BB32097D1E9}" destId="{A7D8AF27-B6A4-BD48-B7B7-F62FF850C048}" srcOrd="1" destOrd="0" presId="urn:microsoft.com/office/officeart/2005/8/layout/pyramid1"/>
    <dgm:cxn modelId="{77FA137B-F7E2-9448-8CD3-97AA31426AB5}" srcId="{6422249F-E9A6-5249-941E-2B0513FCE5B1}" destId="{77BC1B7F-FE99-5541-859D-7BCE6A13DD1D}" srcOrd="2" destOrd="0" parTransId="{944008DF-872E-3142-873D-3BE0212FABC6}" sibTransId="{A09B1E7B-87DD-6541-B769-C212313BB358}"/>
    <dgm:cxn modelId="{EEB6338E-508F-F845-BE18-2C1A55D9F14E}" srcId="{6422249F-E9A6-5249-941E-2B0513FCE5B1}" destId="{2089A45A-9450-9A43-B2C3-1BB32097D1E9}" srcOrd="3" destOrd="0" parTransId="{54717654-C636-0243-8043-B4C203A44847}" sibTransId="{7A0CC5B0-AF0E-2B44-A1C8-944207140308}"/>
    <dgm:cxn modelId="{9D7D65A9-5C26-9D45-B34A-98DF66C3F0E1}" type="presOf" srcId="{2089A45A-9450-9A43-B2C3-1BB32097D1E9}" destId="{183490AB-4DB1-7842-B782-3B4C879974EB}" srcOrd="0" destOrd="0" presId="urn:microsoft.com/office/officeart/2005/8/layout/pyramid1"/>
    <dgm:cxn modelId="{4328D1BA-69F7-6D4B-BA3B-7610E6D496CB}" type="presOf" srcId="{77BC1B7F-FE99-5541-859D-7BCE6A13DD1D}" destId="{0383CF29-4C9F-AC4D-9645-2FBC35464BC5}" srcOrd="1" destOrd="0" presId="urn:microsoft.com/office/officeart/2005/8/layout/pyramid1"/>
    <dgm:cxn modelId="{EB2105BE-224E-7247-9714-AD3C5CBE11AF}" type="presOf" srcId="{4BC5225A-D32F-FC44-8415-CF22EE412B7E}" destId="{714C04A1-8916-1348-8BCE-FFB92FCAEFED}" srcOrd="1" destOrd="0" presId="urn:microsoft.com/office/officeart/2005/8/layout/pyramid1"/>
    <dgm:cxn modelId="{12D935CD-8EFC-6A48-A2BB-1800FFF60418}" type="presOf" srcId="{77BC1B7F-FE99-5541-859D-7BCE6A13DD1D}" destId="{A7F7CBA5-D669-EF48-B25B-FF287E6D84EA}" srcOrd="0" destOrd="0" presId="urn:microsoft.com/office/officeart/2005/8/layout/pyramid1"/>
    <dgm:cxn modelId="{4E4F27DA-65B6-F243-BB59-9D117AE35863}" type="presOf" srcId="{6422249F-E9A6-5249-941E-2B0513FCE5B1}" destId="{4996A124-28EB-DD4A-8D2C-708615BB0008}" srcOrd="0" destOrd="0" presId="urn:microsoft.com/office/officeart/2005/8/layout/pyramid1"/>
    <dgm:cxn modelId="{FA0D11DF-6607-C64D-AC4E-84661576E616}" type="presOf" srcId="{9721DFCB-5639-084D-98A6-60266FF26FDA}" destId="{3F98CFD8-CDD0-A749-9D9F-2DFD7316B8ED}" srcOrd="1" destOrd="0" presId="urn:microsoft.com/office/officeart/2005/8/layout/pyramid1"/>
    <dgm:cxn modelId="{B08EE4E6-4299-CA44-90EE-44025303868C}" srcId="{6422249F-E9A6-5249-941E-2B0513FCE5B1}" destId="{19A2D6FA-6F1A-1443-8FA7-EEC342746785}" srcOrd="1" destOrd="0" parTransId="{FE8B3FBD-6E87-C646-A8A3-447EE1E3FBB1}" sibTransId="{85D63011-E6DF-2849-830C-BF6B88CB564D}"/>
    <dgm:cxn modelId="{553A24F3-ADCF-F14B-837A-B2AD13BCA946}" type="presOf" srcId="{9721DFCB-5639-084D-98A6-60266FF26FDA}" destId="{6E27E759-5624-4B4A-B0EA-B06B8CC33536}" srcOrd="0" destOrd="0" presId="urn:microsoft.com/office/officeart/2005/8/layout/pyramid1"/>
    <dgm:cxn modelId="{560D88F9-5ECE-0346-BA36-DAE23718525F}" srcId="{6422249F-E9A6-5249-941E-2B0513FCE5B1}" destId="{4BC5225A-D32F-FC44-8415-CF22EE412B7E}" srcOrd="0" destOrd="0" parTransId="{3497F95E-4EF6-2247-A96A-4A31BD7A0E8B}" sibTransId="{A2E8BBAF-E423-8843-AA84-BB2035F89A3C}"/>
    <dgm:cxn modelId="{47A2BC09-38A3-D647-BF25-B81FD4FAC0BB}" type="presParOf" srcId="{4996A124-28EB-DD4A-8D2C-708615BB0008}" destId="{6A9C3274-1D09-A24B-8A9C-F5BEFA280265}" srcOrd="0" destOrd="0" presId="urn:microsoft.com/office/officeart/2005/8/layout/pyramid1"/>
    <dgm:cxn modelId="{7747AEAE-74F7-A447-8F47-FB5C7299356E}" type="presParOf" srcId="{6A9C3274-1D09-A24B-8A9C-F5BEFA280265}" destId="{8A3BBCFE-AD1E-A24F-8AF2-DF877FF4D458}" srcOrd="0" destOrd="0" presId="urn:microsoft.com/office/officeart/2005/8/layout/pyramid1"/>
    <dgm:cxn modelId="{7BEE5D2A-63C1-AE4D-BC87-8C48F8EE893E}" type="presParOf" srcId="{6A9C3274-1D09-A24B-8A9C-F5BEFA280265}" destId="{714C04A1-8916-1348-8BCE-FFB92FCAEFED}" srcOrd="1" destOrd="0" presId="urn:microsoft.com/office/officeart/2005/8/layout/pyramid1"/>
    <dgm:cxn modelId="{BEA79F76-713E-034B-988C-58B1092BFD8E}" type="presParOf" srcId="{4996A124-28EB-DD4A-8D2C-708615BB0008}" destId="{A3847BD4-B7E8-F34C-A72C-4E1EC0CED200}" srcOrd="1" destOrd="0" presId="urn:microsoft.com/office/officeart/2005/8/layout/pyramid1"/>
    <dgm:cxn modelId="{4C6F6AA4-737F-DD40-8681-15D0F27D79AB}" type="presParOf" srcId="{A3847BD4-B7E8-F34C-A72C-4E1EC0CED200}" destId="{920F2EBC-F607-724F-BD35-C16C01F66C40}" srcOrd="0" destOrd="0" presId="urn:microsoft.com/office/officeart/2005/8/layout/pyramid1"/>
    <dgm:cxn modelId="{D79C241B-FF4B-B144-BE05-8132D17AF9A3}" type="presParOf" srcId="{A3847BD4-B7E8-F34C-A72C-4E1EC0CED200}" destId="{EEF7B346-22CF-8D4C-BADD-120B556FA2B0}" srcOrd="1" destOrd="0" presId="urn:microsoft.com/office/officeart/2005/8/layout/pyramid1"/>
    <dgm:cxn modelId="{5B4E1606-BE3B-5B45-8DE4-C5CA407E030C}" type="presParOf" srcId="{4996A124-28EB-DD4A-8D2C-708615BB0008}" destId="{F0C84DCE-635E-0A40-BE07-461353975D6A}" srcOrd="2" destOrd="0" presId="urn:microsoft.com/office/officeart/2005/8/layout/pyramid1"/>
    <dgm:cxn modelId="{DFA69EE7-DEBE-9749-99CC-74FE993D2489}" type="presParOf" srcId="{F0C84DCE-635E-0A40-BE07-461353975D6A}" destId="{A7F7CBA5-D669-EF48-B25B-FF287E6D84EA}" srcOrd="0" destOrd="0" presId="urn:microsoft.com/office/officeart/2005/8/layout/pyramid1"/>
    <dgm:cxn modelId="{33CA3D7C-A827-CF4F-938B-FA4A2B26ADCA}" type="presParOf" srcId="{F0C84DCE-635E-0A40-BE07-461353975D6A}" destId="{0383CF29-4C9F-AC4D-9645-2FBC35464BC5}" srcOrd="1" destOrd="0" presId="urn:microsoft.com/office/officeart/2005/8/layout/pyramid1"/>
    <dgm:cxn modelId="{DC279040-27FC-A04E-B151-B68F51442B06}" type="presParOf" srcId="{4996A124-28EB-DD4A-8D2C-708615BB0008}" destId="{4B8A9943-65E2-9B4D-9452-8D63D4C1F335}" srcOrd="3" destOrd="0" presId="urn:microsoft.com/office/officeart/2005/8/layout/pyramid1"/>
    <dgm:cxn modelId="{FAA364BD-9618-2C45-A01C-D474BA524E93}" type="presParOf" srcId="{4B8A9943-65E2-9B4D-9452-8D63D4C1F335}" destId="{183490AB-4DB1-7842-B782-3B4C879974EB}" srcOrd="0" destOrd="0" presId="urn:microsoft.com/office/officeart/2005/8/layout/pyramid1"/>
    <dgm:cxn modelId="{EA8BD4FA-EA8D-A74E-BA61-C33051796287}" type="presParOf" srcId="{4B8A9943-65E2-9B4D-9452-8D63D4C1F335}" destId="{A7D8AF27-B6A4-BD48-B7B7-F62FF850C048}" srcOrd="1" destOrd="0" presId="urn:microsoft.com/office/officeart/2005/8/layout/pyramid1"/>
    <dgm:cxn modelId="{04E792E4-0555-D444-B783-37997F5F81AA}" type="presParOf" srcId="{4996A124-28EB-DD4A-8D2C-708615BB0008}" destId="{36712D9D-6B7C-6C4D-A2DA-D61185B9492C}" srcOrd="4" destOrd="0" presId="urn:microsoft.com/office/officeart/2005/8/layout/pyramid1"/>
    <dgm:cxn modelId="{17963A76-D9F9-8942-A195-88DF8083D47E}" type="presParOf" srcId="{36712D9D-6B7C-6C4D-A2DA-D61185B9492C}" destId="{6E27E759-5624-4B4A-B0EA-B06B8CC33536}" srcOrd="0" destOrd="0" presId="urn:microsoft.com/office/officeart/2005/8/layout/pyramid1"/>
    <dgm:cxn modelId="{E53F8D34-FDE6-A64E-BB20-5BE09DFC60CD}" type="presParOf" srcId="{36712D9D-6B7C-6C4D-A2DA-D61185B9492C}" destId="{3F98CFD8-CDD0-A749-9D9F-2DFD7316B8ED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111D73-AB3E-43B9-824D-13AB6E0E6C6B}" type="doc">
      <dgm:prSet loTypeId="urn:microsoft.com/office/officeart/2016/7/layout/LinearArrowProcessNumbered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BC85E1-2512-44B8-9BD5-075BF941F69B}">
      <dgm:prSet custT="1"/>
      <dgm:spPr/>
      <dgm:t>
        <a:bodyPr/>
        <a:lstStyle/>
        <a:p>
          <a:r>
            <a:rPr lang="en-GB" sz="1600" b="1" dirty="0"/>
            <a:t>Step 1 </a:t>
          </a:r>
          <a:r>
            <a:rPr lang="en-GB" sz="1600" dirty="0"/>
            <a:t>-- Profile: collect hardware counter data on the unmodified workload</a:t>
          </a:r>
          <a:endParaRPr lang="en-US" sz="1600" dirty="0"/>
        </a:p>
      </dgm:t>
    </dgm:pt>
    <dgm:pt modelId="{5DE5030E-9ED6-4CDF-9630-880AABA004AA}" type="parTrans" cxnId="{DABC536D-D5AA-4BBC-9840-EDC9E07BDE5E}">
      <dgm:prSet/>
      <dgm:spPr/>
      <dgm:t>
        <a:bodyPr/>
        <a:lstStyle/>
        <a:p>
          <a:endParaRPr lang="en-US"/>
        </a:p>
      </dgm:t>
    </dgm:pt>
    <dgm:pt modelId="{0060A82B-FD74-45AD-8C24-0A6F4C3B5B23}" type="sibTrans" cxnId="{DABC536D-D5AA-4BBC-9840-EDC9E07BDE5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05154AC-2D52-41E0-9271-82D83211C073}">
      <dgm:prSet custT="1"/>
      <dgm:spPr/>
      <dgm:t>
        <a:bodyPr/>
        <a:lstStyle/>
        <a:p>
          <a:r>
            <a:rPr lang="en-GB" sz="1600" b="1" dirty="0"/>
            <a:t>Step 2 </a:t>
          </a:r>
          <a:r>
            <a:rPr lang="en-GB" sz="1600" dirty="0"/>
            <a:t>-- Diagnose: identify the dominant bottleneck from the profile</a:t>
          </a:r>
          <a:endParaRPr lang="en-US" sz="1600" dirty="0"/>
        </a:p>
      </dgm:t>
    </dgm:pt>
    <dgm:pt modelId="{B7614B77-84BF-429C-9F57-ADE3494F4494}" type="parTrans" cxnId="{6F383243-A098-4FB4-B1AB-32C90A382347}">
      <dgm:prSet/>
      <dgm:spPr/>
      <dgm:t>
        <a:bodyPr/>
        <a:lstStyle/>
        <a:p>
          <a:endParaRPr lang="en-US"/>
        </a:p>
      </dgm:t>
    </dgm:pt>
    <dgm:pt modelId="{6259FEAC-2150-49E6-8F62-8C97AE3AA679}" type="sibTrans" cxnId="{6F383243-A098-4FB4-B1AB-32C90A38234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EDCA1DD-1A9F-4A67-B56E-D8644F40592A}">
      <dgm:prSet custT="1"/>
      <dgm:spPr/>
      <dgm:t>
        <a:bodyPr/>
        <a:lstStyle/>
        <a:p>
          <a:r>
            <a:rPr lang="en-GB" sz="1600" b="1" dirty="0"/>
            <a:t>Step 3 </a:t>
          </a:r>
          <a:r>
            <a:rPr lang="en-GB" sz="1600" dirty="0"/>
            <a:t>-- Fix: apply a targeted change that addresses the diagnosed bottleneck</a:t>
          </a:r>
          <a:endParaRPr lang="en-US" sz="1600" dirty="0"/>
        </a:p>
      </dgm:t>
    </dgm:pt>
    <dgm:pt modelId="{419F085B-B2C0-448C-B15A-B310CF0EC77A}" type="parTrans" cxnId="{C3C35C6B-8565-4323-ACD7-1905BE84F72E}">
      <dgm:prSet/>
      <dgm:spPr/>
      <dgm:t>
        <a:bodyPr/>
        <a:lstStyle/>
        <a:p>
          <a:endParaRPr lang="en-US"/>
        </a:p>
      </dgm:t>
    </dgm:pt>
    <dgm:pt modelId="{E99BBE1D-C287-4699-A28C-1543D060C280}" type="sibTrans" cxnId="{C3C35C6B-8565-4323-ACD7-1905BE84F72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9727B69-65A0-483A-BFA9-E140D9C43C61}">
      <dgm:prSet custT="1"/>
      <dgm:spPr/>
      <dgm:t>
        <a:bodyPr/>
        <a:lstStyle/>
        <a:p>
          <a:r>
            <a:rPr lang="en-GB" sz="1600" b="1" dirty="0"/>
            <a:t>Step 4 </a:t>
          </a:r>
          <a:r>
            <a:rPr lang="en-GB" sz="1600" dirty="0"/>
            <a:t>-- Re-profile: verify the fix worked as expected</a:t>
          </a:r>
          <a:endParaRPr lang="en-US" sz="1600" dirty="0"/>
        </a:p>
      </dgm:t>
    </dgm:pt>
    <dgm:pt modelId="{3FBC40B6-8A0F-416F-9DBC-804CC4334805}" type="parTrans" cxnId="{001F6AAB-6106-4502-9C6F-5D1083359413}">
      <dgm:prSet/>
      <dgm:spPr/>
      <dgm:t>
        <a:bodyPr/>
        <a:lstStyle/>
        <a:p>
          <a:endParaRPr lang="en-US"/>
        </a:p>
      </dgm:t>
    </dgm:pt>
    <dgm:pt modelId="{8D6CCEAC-A40E-4202-AFDC-6B70F7BE90C6}" type="sibTrans" cxnId="{001F6AAB-6106-4502-9C6F-5D1083359413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E409B94-93ED-9148-A7B9-3EF028AF8545}" type="pres">
      <dgm:prSet presAssocID="{C9111D73-AB3E-43B9-824D-13AB6E0E6C6B}" presName="linearFlow" presStyleCnt="0">
        <dgm:presLayoutVars>
          <dgm:dir/>
          <dgm:animLvl val="lvl"/>
          <dgm:resizeHandles val="exact"/>
        </dgm:presLayoutVars>
      </dgm:prSet>
      <dgm:spPr/>
    </dgm:pt>
    <dgm:pt modelId="{563686DD-3BA9-B341-AD53-3942EB47F70B}" type="pres">
      <dgm:prSet presAssocID="{86BC85E1-2512-44B8-9BD5-075BF941F69B}" presName="compositeNode" presStyleCnt="0"/>
      <dgm:spPr/>
    </dgm:pt>
    <dgm:pt modelId="{FC924CA2-83EB-6545-9EBA-6D291182DD51}" type="pres">
      <dgm:prSet presAssocID="{86BC85E1-2512-44B8-9BD5-075BF941F69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F3523D-5D0A-9F4F-BC9F-6EFAC1292074}" type="pres">
      <dgm:prSet presAssocID="{86BC85E1-2512-44B8-9BD5-075BF941F69B}" presName="parSh" presStyleCnt="0"/>
      <dgm:spPr/>
    </dgm:pt>
    <dgm:pt modelId="{A1B09C6A-E95C-3947-A27C-075FA7401979}" type="pres">
      <dgm:prSet presAssocID="{86BC85E1-2512-44B8-9BD5-075BF941F69B}" presName="lineNode" presStyleLbl="alignAccFollowNode1" presStyleIdx="0" presStyleCnt="12"/>
      <dgm:spPr/>
    </dgm:pt>
    <dgm:pt modelId="{E5FA7C7B-3CAC-7847-B5FC-F60EC8053FD8}" type="pres">
      <dgm:prSet presAssocID="{86BC85E1-2512-44B8-9BD5-075BF941F69B}" presName="lineArrowNode" presStyleLbl="alignAccFollowNode1" presStyleIdx="1" presStyleCnt="12"/>
      <dgm:spPr/>
    </dgm:pt>
    <dgm:pt modelId="{F26874C0-53FC-BE46-BA0B-B5CD844CFE58}" type="pres">
      <dgm:prSet presAssocID="{0060A82B-FD74-45AD-8C24-0A6F4C3B5B23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2776E43C-3F40-0D41-BF49-233E59036358}" type="pres">
      <dgm:prSet presAssocID="{0060A82B-FD74-45AD-8C24-0A6F4C3B5B23}" presName="spacerBetweenCircleAndCallout" presStyleCnt="0">
        <dgm:presLayoutVars/>
      </dgm:prSet>
      <dgm:spPr/>
    </dgm:pt>
    <dgm:pt modelId="{3B47B872-CA98-144D-87A4-19F08923100B}" type="pres">
      <dgm:prSet presAssocID="{86BC85E1-2512-44B8-9BD5-075BF941F69B}" presName="nodeText" presStyleLbl="alignAccFollowNode1" presStyleIdx="2" presStyleCnt="12">
        <dgm:presLayoutVars>
          <dgm:bulletEnabled val="1"/>
        </dgm:presLayoutVars>
      </dgm:prSet>
      <dgm:spPr/>
    </dgm:pt>
    <dgm:pt modelId="{B3D35881-6F9C-6F4A-8D7C-C497ABAADC07}" type="pres">
      <dgm:prSet presAssocID="{0060A82B-FD74-45AD-8C24-0A6F4C3B5B23}" presName="sibTransComposite" presStyleCnt="0"/>
      <dgm:spPr/>
    </dgm:pt>
    <dgm:pt modelId="{AA84CB11-07CE-CB40-9085-8BD67E14C661}" type="pres">
      <dgm:prSet presAssocID="{F05154AC-2D52-41E0-9271-82D83211C073}" presName="compositeNode" presStyleCnt="0"/>
      <dgm:spPr/>
    </dgm:pt>
    <dgm:pt modelId="{D5B3DB57-9CE0-AC43-A0BB-D892474CF830}" type="pres">
      <dgm:prSet presAssocID="{F05154AC-2D52-41E0-9271-82D83211C07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BE62C8A-17EE-5E46-A4AA-12425BE027F6}" type="pres">
      <dgm:prSet presAssocID="{F05154AC-2D52-41E0-9271-82D83211C073}" presName="parSh" presStyleCnt="0"/>
      <dgm:spPr/>
    </dgm:pt>
    <dgm:pt modelId="{0B4AEBF5-29F3-0C49-A850-010D200BCA5D}" type="pres">
      <dgm:prSet presAssocID="{F05154AC-2D52-41E0-9271-82D83211C073}" presName="lineNode" presStyleLbl="alignAccFollowNode1" presStyleIdx="3" presStyleCnt="12"/>
      <dgm:spPr/>
    </dgm:pt>
    <dgm:pt modelId="{9EC26E3E-37E5-DB47-AD18-62D8454240A7}" type="pres">
      <dgm:prSet presAssocID="{F05154AC-2D52-41E0-9271-82D83211C073}" presName="lineArrowNode" presStyleLbl="alignAccFollowNode1" presStyleIdx="4" presStyleCnt="12"/>
      <dgm:spPr/>
    </dgm:pt>
    <dgm:pt modelId="{CECC5D11-C9FB-A14C-AB71-EBB02F9D5E94}" type="pres">
      <dgm:prSet presAssocID="{6259FEAC-2150-49E6-8F62-8C97AE3AA679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3A1C72E6-D00B-A540-8447-527DDF586DA1}" type="pres">
      <dgm:prSet presAssocID="{6259FEAC-2150-49E6-8F62-8C97AE3AA679}" presName="spacerBetweenCircleAndCallout" presStyleCnt="0">
        <dgm:presLayoutVars/>
      </dgm:prSet>
      <dgm:spPr/>
    </dgm:pt>
    <dgm:pt modelId="{6F4CA637-E4C5-9F4C-AEDB-084F4AC3035E}" type="pres">
      <dgm:prSet presAssocID="{F05154AC-2D52-41E0-9271-82D83211C073}" presName="nodeText" presStyleLbl="alignAccFollowNode1" presStyleIdx="5" presStyleCnt="12">
        <dgm:presLayoutVars>
          <dgm:bulletEnabled val="1"/>
        </dgm:presLayoutVars>
      </dgm:prSet>
      <dgm:spPr/>
    </dgm:pt>
    <dgm:pt modelId="{1AA7348E-55AD-C040-AE5A-A1EE56D7ECA8}" type="pres">
      <dgm:prSet presAssocID="{6259FEAC-2150-49E6-8F62-8C97AE3AA679}" presName="sibTransComposite" presStyleCnt="0"/>
      <dgm:spPr/>
    </dgm:pt>
    <dgm:pt modelId="{40AA6AFB-27C2-9F43-884C-A2DE625BBE36}" type="pres">
      <dgm:prSet presAssocID="{AEDCA1DD-1A9F-4A67-B56E-D8644F40592A}" presName="compositeNode" presStyleCnt="0"/>
      <dgm:spPr/>
    </dgm:pt>
    <dgm:pt modelId="{A6D85FE8-3FDB-C747-870A-70B468287363}" type="pres">
      <dgm:prSet presAssocID="{AEDCA1DD-1A9F-4A67-B56E-D8644F40592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073E5E0-B008-5345-A68B-9253BE63DAF1}" type="pres">
      <dgm:prSet presAssocID="{AEDCA1DD-1A9F-4A67-B56E-D8644F40592A}" presName="parSh" presStyleCnt="0"/>
      <dgm:spPr/>
    </dgm:pt>
    <dgm:pt modelId="{84EF36BE-6F4D-3241-A45C-55BAEDC01B66}" type="pres">
      <dgm:prSet presAssocID="{AEDCA1DD-1A9F-4A67-B56E-D8644F40592A}" presName="lineNode" presStyleLbl="alignAccFollowNode1" presStyleIdx="6" presStyleCnt="12"/>
      <dgm:spPr/>
    </dgm:pt>
    <dgm:pt modelId="{DE00298B-6F13-E841-9A49-3BF6FEABA28C}" type="pres">
      <dgm:prSet presAssocID="{AEDCA1DD-1A9F-4A67-B56E-D8644F40592A}" presName="lineArrowNode" presStyleLbl="alignAccFollowNode1" presStyleIdx="7" presStyleCnt="12"/>
      <dgm:spPr/>
    </dgm:pt>
    <dgm:pt modelId="{62D9155B-1155-654F-8057-4A81F363AD4F}" type="pres">
      <dgm:prSet presAssocID="{E99BBE1D-C287-4699-A28C-1543D060C28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7B0A9228-04D3-5A4D-B11E-92D0EB29A563}" type="pres">
      <dgm:prSet presAssocID="{E99BBE1D-C287-4699-A28C-1543D060C280}" presName="spacerBetweenCircleAndCallout" presStyleCnt="0">
        <dgm:presLayoutVars/>
      </dgm:prSet>
      <dgm:spPr/>
    </dgm:pt>
    <dgm:pt modelId="{D3847E1B-EEEE-F04F-9ED3-5575524588E5}" type="pres">
      <dgm:prSet presAssocID="{AEDCA1DD-1A9F-4A67-B56E-D8644F40592A}" presName="nodeText" presStyleLbl="alignAccFollowNode1" presStyleIdx="8" presStyleCnt="12" custScaleX="96699" custScaleY="100000">
        <dgm:presLayoutVars>
          <dgm:bulletEnabled val="1"/>
        </dgm:presLayoutVars>
      </dgm:prSet>
      <dgm:spPr/>
    </dgm:pt>
    <dgm:pt modelId="{AA84659A-5507-E549-9731-E55DA8930564}" type="pres">
      <dgm:prSet presAssocID="{E99BBE1D-C287-4699-A28C-1543D060C280}" presName="sibTransComposite" presStyleCnt="0"/>
      <dgm:spPr/>
    </dgm:pt>
    <dgm:pt modelId="{2BADC76F-B172-5C41-8205-69132E35371C}" type="pres">
      <dgm:prSet presAssocID="{89727B69-65A0-483A-BFA9-E140D9C43C61}" presName="compositeNode" presStyleCnt="0"/>
      <dgm:spPr/>
    </dgm:pt>
    <dgm:pt modelId="{0E3205E3-591E-A442-98DB-F301468B2644}" type="pres">
      <dgm:prSet presAssocID="{89727B69-65A0-483A-BFA9-E140D9C43C6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7E999E9-7C8E-5544-85C5-4F9BDB88B9FE}" type="pres">
      <dgm:prSet presAssocID="{89727B69-65A0-483A-BFA9-E140D9C43C61}" presName="parSh" presStyleCnt="0"/>
      <dgm:spPr/>
    </dgm:pt>
    <dgm:pt modelId="{FE73D329-FD36-2146-8485-67C269C56A1C}" type="pres">
      <dgm:prSet presAssocID="{89727B69-65A0-483A-BFA9-E140D9C43C61}" presName="lineNode" presStyleLbl="alignAccFollowNode1" presStyleIdx="9" presStyleCnt="12"/>
      <dgm:spPr/>
    </dgm:pt>
    <dgm:pt modelId="{93036513-749C-C241-A5E8-97087CBFA6D1}" type="pres">
      <dgm:prSet presAssocID="{89727B69-65A0-483A-BFA9-E140D9C43C61}" presName="lineArrowNode" presStyleLbl="alignAccFollowNode1" presStyleIdx="10" presStyleCnt="12"/>
      <dgm:spPr/>
    </dgm:pt>
    <dgm:pt modelId="{3F22F83D-EAA4-DB4C-86DC-1ACC09C5A29D}" type="pres">
      <dgm:prSet presAssocID="{8D6CCEAC-A40E-4202-AFDC-6B70F7BE90C6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8A051B1B-B031-2A4F-8261-F5C9D6BF38C0}" type="pres">
      <dgm:prSet presAssocID="{8D6CCEAC-A40E-4202-AFDC-6B70F7BE90C6}" presName="spacerBetweenCircleAndCallout" presStyleCnt="0">
        <dgm:presLayoutVars/>
      </dgm:prSet>
      <dgm:spPr/>
    </dgm:pt>
    <dgm:pt modelId="{C095779E-136F-2C4B-BDBC-139320E06A91}" type="pres">
      <dgm:prSet presAssocID="{89727B69-65A0-483A-BFA9-E140D9C43C61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134E5018-68C3-BB46-8345-3DC73C5F9F2F}" type="presOf" srcId="{0060A82B-FD74-45AD-8C24-0A6F4C3B5B23}" destId="{F26874C0-53FC-BE46-BA0B-B5CD844CFE58}" srcOrd="0" destOrd="0" presId="urn:microsoft.com/office/officeart/2016/7/layout/LinearArrowProcessNumbered"/>
    <dgm:cxn modelId="{EDA3D824-1021-014F-82B0-5BF3A2750E0B}" type="presOf" srcId="{AEDCA1DD-1A9F-4A67-B56E-D8644F40592A}" destId="{D3847E1B-EEEE-F04F-9ED3-5575524588E5}" srcOrd="0" destOrd="0" presId="urn:microsoft.com/office/officeart/2016/7/layout/LinearArrowProcessNumbered"/>
    <dgm:cxn modelId="{6F383243-A098-4FB4-B1AB-32C90A382347}" srcId="{C9111D73-AB3E-43B9-824D-13AB6E0E6C6B}" destId="{F05154AC-2D52-41E0-9271-82D83211C073}" srcOrd="1" destOrd="0" parTransId="{B7614B77-84BF-429C-9F57-ADE3494F4494}" sibTransId="{6259FEAC-2150-49E6-8F62-8C97AE3AA679}"/>
    <dgm:cxn modelId="{C3C35C6B-8565-4323-ACD7-1905BE84F72E}" srcId="{C9111D73-AB3E-43B9-824D-13AB6E0E6C6B}" destId="{AEDCA1DD-1A9F-4A67-B56E-D8644F40592A}" srcOrd="2" destOrd="0" parTransId="{419F085B-B2C0-448C-B15A-B310CF0EC77A}" sibTransId="{E99BBE1D-C287-4699-A28C-1543D060C280}"/>
    <dgm:cxn modelId="{3B83536D-3123-3A4B-A111-B4519D0701B7}" type="presOf" srcId="{F05154AC-2D52-41E0-9271-82D83211C073}" destId="{6F4CA637-E4C5-9F4C-AEDB-084F4AC3035E}" srcOrd="0" destOrd="0" presId="urn:microsoft.com/office/officeart/2016/7/layout/LinearArrowProcessNumbered"/>
    <dgm:cxn modelId="{DABC536D-D5AA-4BBC-9840-EDC9E07BDE5E}" srcId="{C9111D73-AB3E-43B9-824D-13AB6E0E6C6B}" destId="{86BC85E1-2512-44B8-9BD5-075BF941F69B}" srcOrd="0" destOrd="0" parTransId="{5DE5030E-9ED6-4CDF-9630-880AABA004AA}" sibTransId="{0060A82B-FD74-45AD-8C24-0A6F4C3B5B23}"/>
    <dgm:cxn modelId="{4F9E4D75-CB77-3645-BB9E-0E206F067A1F}" type="presOf" srcId="{89727B69-65A0-483A-BFA9-E140D9C43C61}" destId="{C095779E-136F-2C4B-BDBC-139320E06A91}" srcOrd="0" destOrd="0" presId="urn:microsoft.com/office/officeart/2016/7/layout/LinearArrowProcessNumbered"/>
    <dgm:cxn modelId="{FCA47D92-588C-774D-AE96-9B0DE1C7904E}" type="presOf" srcId="{6259FEAC-2150-49E6-8F62-8C97AE3AA679}" destId="{CECC5D11-C9FB-A14C-AB71-EBB02F9D5E94}" srcOrd="0" destOrd="0" presId="urn:microsoft.com/office/officeart/2016/7/layout/LinearArrowProcessNumbered"/>
    <dgm:cxn modelId="{001F6AAB-6106-4502-9C6F-5D1083359413}" srcId="{C9111D73-AB3E-43B9-824D-13AB6E0E6C6B}" destId="{89727B69-65A0-483A-BFA9-E140D9C43C61}" srcOrd="3" destOrd="0" parTransId="{3FBC40B6-8A0F-416F-9DBC-804CC4334805}" sibTransId="{8D6CCEAC-A40E-4202-AFDC-6B70F7BE90C6}"/>
    <dgm:cxn modelId="{567884B7-C6DD-6140-B1E5-F9E4DEFC34D2}" type="presOf" srcId="{E99BBE1D-C287-4699-A28C-1543D060C280}" destId="{62D9155B-1155-654F-8057-4A81F363AD4F}" srcOrd="0" destOrd="0" presId="urn:microsoft.com/office/officeart/2016/7/layout/LinearArrowProcessNumbered"/>
    <dgm:cxn modelId="{CA3B7EC7-1A4C-D047-AD5B-0E491B27F251}" type="presOf" srcId="{8D6CCEAC-A40E-4202-AFDC-6B70F7BE90C6}" destId="{3F22F83D-EAA4-DB4C-86DC-1ACC09C5A29D}" srcOrd="0" destOrd="0" presId="urn:microsoft.com/office/officeart/2016/7/layout/LinearArrowProcessNumbered"/>
    <dgm:cxn modelId="{F178C5D7-8798-8A4A-9400-A95FC859D5DE}" type="presOf" srcId="{86BC85E1-2512-44B8-9BD5-075BF941F69B}" destId="{3B47B872-CA98-144D-87A4-19F08923100B}" srcOrd="0" destOrd="0" presId="urn:microsoft.com/office/officeart/2016/7/layout/LinearArrowProcessNumbered"/>
    <dgm:cxn modelId="{0CCDBDF2-3F75-AA45-89FF-FE1C0B2CFA1B}" type="presOf" srcId="{C9111D73-AB3E-43B9-824D-13AB6E0E6C6B}" destId="{9E409B94-93ED-9148-A7B9-3EF028AF8545}" srcOrd="0" destOrd="0" presId="urn:microsoft.com/office/officeart/2016/7/layout/LinearArrowProcessNumbered"/>
    <dgm:cxn modelId="{72392C2A-97D8-9842-8247-B47A52254784}" type="presParOf" srcId="{9E409B94-93ED-9148-A7B9-3EF028AF8545}" destId="{563686DD-3BA9-B341-AD53-3942EB47F70B}" srcOrd="0" destOrd="0" presId="urn:microsoft.com/office/officeart/2016/7/layout/LinearArrowProcessNumbered"/>
    <dgm:cxn modelId="{D51460F8-AEBA-E041-9615-8C1F2C4C736D}" type="presParOf" srcId="{563686DD-3BA9-B341-AD53-3942EB47F70B}" destId="{FC924CA2-83EB-6545-9EBA-6D291182DD51}" srcOrd="0" destOrd="0" presId="urn:microsoft.com/office/officeart/2016/7/layout/LinearArrowProcessNumbered"/>
    <dgm:cxn modelId="{ACC406BF-25D9-9C44-847C-3210950978B1}" type="presParOf" srcId="{563686DD-3BA9-B341-AD53-3942EB47F70B}" destId="{ECF3523D-5D0A-9F4F-BC9F-6EFAC1292074}" srcOrd="1" destOrd="0" presId="urn:microsoft.com/office/officeart/2016/7/layout/LinearArrowProcessNumbered"/>
    <dgm:cxn modelId="{8A65757F-3FBD-1D4B-8AF2-5C8B1CE51F89}" type="presParOf" srcId="{ECF3523D-5D0A-9F4F-BC9F-6EFAC1292074}" destId="{A1B09C6A-E95C-3947-A27C-075FA7401979}" srcOrd="0" destOrd="0" presId="urn:microsoft.com/office/officeart/2016/7/layout/LinearArrowProcessNumbered"/>
    <dgm:cxn modelId="{4FF74A7C-C1D5-8F4A-A0AF-08C79FEC50B5}" type="presParOf" srcId="{ECF3523D-5D0A-9F4F-BC9F-6EFAC1292074}" destId="{E5FA7C7B-3CAC-7847-B5FC-F60EC8053FD8}" srcOrd="1" destOrd="0" presId="urn:microsoft.com/office/officeart/2016/7/layout/LinearArrowProcessNumbered"/>
    <dgm:cxn modelId="{568720EB-6083-F244-AF73-F4ABCCCA46E1}" type="presParOf" srcId="{ECF3523D-5D0A-9F4F-BC9F-6EFAC1292074}" destId="{F26874C0-53FC-BE46-BA0B-B5CD844CFE58}" srcOrd="2" destOrd="0" presId="urn:microsoft.com/office/officeart/2016/7/layout/LinearArrowProcessNumbered"/>
    <dgm:cxn modelId="{7DB55641-7CB2-E246-A570-A780F411A7A3}" type="presParOf" srcId="{ECF3523D-5D0A-9F4F-BC9F-6EFAC1292074}" destId="{2776E43C-3F40-0D41-BF49-233E59036358}" srcOrd="3" destOrd="0" presId="urn:microsoft.com/office/officeart/2016/7/layout/LinearArrowProcessNumbered"/>
    <dgm:cxn modelId="{DA9FDF54-907B-1241-8492-5893CFA63AF1}" type="presParOf" srcId="{563686DD-3BA9-B341-AD53-3942EB47F70B}" destId="{3B47B872-CA98-144D-87A4-19F08923100B}" srcOrd="2" destOrd="0" presId="urn:microsoft.com/office/officeart/2016/7/layout/LinearArrowProcessNumbered"/>
    <dgm:cxn modelId="{F1CC5721-2826-6D40-BF1E-CEB4FD86CB16}" type="presParOf" srcId="{9E409B94-93ED-9148-A7B9-3EF028AF8545}" destId="{B3D35881-6F9C-6F4A-8D7C-C497ABAADC07}" srcOrd="1" destOrd="0" presId="urn:microsoft.com/office/officeart/2016/7/layout/LinearArrowProcessNumbered"/>
    <dgm:cxn modelId="{0BD5D41F-4F97-914D-8BF4-A7BDA0A1C9FF}" type="presParOf" srcId="{9E409B94-93ED-9148-A7B9-3EF028AF8545}" destId="{AA84CB11-07CE-CB40-9085-8BD67E14C661}" srcOrd="2" destOrd="0" presId="urn:microsoft.com/office/officeart/2016/7/layout/LinearArrowProcessNumbered"/>
    <dgm:cxn modelId="{7932E770-D494-6B4D-919E-2E14172D134C}" type="presParOf" srcId="{AA84CB11-07CE-CB40-9085-8BD67E14C661}" destId="{D5B3DB57-9CE0-AC43-A0BB-D892474CF830}" srcOrd="0" destOrd="0" presId="urn:microsoft.com/office/officeart/2016/7/layout/LinearArrowProcessNumbered"/>
    <dgm:cxn modelId="{E8533966-D0A6-584D-BD27-E1976B611E64}" type="presParOf" srcId="{AA84CB11-07CE-CB40-9085-8BD67E14C661}" destId="{CBE62C8A-17EE-5E46-A4AA-12425BE027F6}" srcOrd="1" destOrd="0" presId="urn:microsoft.com/office/officeart/2016/7/layout/LinearArrowProcessNumbered"/>
    <dgm:cxn modelId="{3242292D-D52E-E64A-9E49-597C52083744}" type="presParOf" srcId="{CBE62C8A-17EE-5E46-A4AA-12425BE027F6}" destId="{0B4AEBF5-29F3-0C49-A850-010D200BCA5D}" srcOrd="0" destOrd="0" presId="urn:microsoft.com/office/officeart/2016/7/layout/LinearArrowProcessNumbered"/>
    <dgm:cxn modelId="{27F45A30-F972-0A4F-9E6B-31B18D8B9535}" type="presParOf" srcId="{CBE62C8A-17EE-5E46-A4AA-12425BE027F6}" destId="{9EC26E3E-37E5-DB47-AD18-62D8454240A7}" srcOrd="1" destOrd="0" presId="urn:microsoft.com/office/officeart/2016/7/layout/LinearArrowProcessNumbered"/>
    <dgm:cxn modelId="{6F2E00B8-EE4C-EE40-A6C0-5ABDC47EFA9D}" type="presParOf" srcId="{CBE62C8A-17EE-5E46-A4AA-12425BE027F6}" destId="{CECC5D11-C9FB-A14C-AB71-EBB02F9D5E94}" srcOrd="2" destOrd="0" presId="urn:microsoft.com/office/officeart/2016/7/layout/LinearArrowProcessNumbered"/>
    <dgm:cxn modelId="{A80C1F91-73DA-6748-9541-A04CF8562293}" type="presParOf" srcId="{CBE62C8A-17EE-5E46-A4AA-12425BE027F6}" destId="{3A1C72E6-D00B-A540-8447-527DDF586DA1}" srcOrd="3" destOrd="0" presId="urn:microsoft.com/office/officeart/2016/7/layout/LinearArrowProcessNumbered"/>
    <dgm:cxn modelId="{962A5FFD-A671-D649-A63F-DD114003642E}" type="presParOf" srcId="{AA84CB11-07CE-CB40-9085-8BD67E14C661}" destId="{6F4CA637-E4C5-9F4C-AEDB-084F4AC3035E}" srcOrd="2" destOrd="0" presId="urn:microsoft.com/office/officeart/2016/7/layout/LinearArrowProcessNumbered"/>
    <dgm:cxn modelId="{8352A35A-88B7-284D-9DE8-69F85D7F406B}" type="presParOf" srcId="{9E409B94-93ED-9148-A7B9-3EF028AF8545}" destId="{1AA7348E-55AD-C040-AE5A-A1EE56D7ECA8}" srcOrd="3" destOrd="0" presId="urn:microsoft.com/office/officeart/2016/7/layout/LinearArrowProcessNumbered"/>
    <dgm:cxn modelId="{305A5694-28C3-BE4E-B565-E9560104D6F7}" type="presParOf" srcId="{9E409B94-93ED-9148-A7B9-3EF028AF8545}" destId="{40AA6AFB-27C2-9F43-884C-A2DE625BBE36}" srcOrd="4" destOrd="0" presId="urn:microsoft.com/office/officeart/2016/7/layout/LinearArrowProcessNumbered"/>
    <dgm:cxn modelId="{97265121-B70A-5147-92D9-1D5C809EDD10}" type="presParOf" srcId="{40AA6AFB-27C2-9F43-884C-A2DE625BBE36}" destId="{A6D85FE8-3FDB-C747-870A-70B468287363}" srcOrd="0" destOrd="0" presId="urn:microsoft.com/office/officeart/2016/7/layout/LinearArrowProcessNumbered"/>
    <dgm:cxn modelId="{F566DF2E-06B8-FF49-A227-5361DE440106}" type="presParOf" srcId="{40AA6AFB-27C2-9F43-884C-A2DE625BBE36}" destId="{4073E5E0-B008-5345-A68B-9253BE63DAF1}" srcOrd="1" destOrd="0" presId="urn:microsoft.com/office/officeart/2016/7/layout/LinearArrowProcessNumbered"/>
    <dgm:cxn modelId="{5A855C2E-EB46-324F-9C12-23DD8E6A7821}" type="presParOf" srcId="{4073E5E0-B008-5345-A68B-9253BE63DAF1}" destId="{84EF36BE-6F4D-3241-A45C-55BAEDC01B66}" srcOrd="0" destOrd="0" presId="urn:microsoft.com/office/officeart/2016/7/layout/LinearArrowProcessNumbered"/>
    <dgm:cxn modelId="{B2CF94BF-6936-3541-B769-3D5F075D596B}" type="presParOf" srcId="{4073E5E0-B008-5345-A68B-9253BE63DAF1}" destId="{DE00298B-6F13-E841-9A49-3BF6FEABA28C}" srcOrd="1" destOrd="0" presId="urn:microsoft.com/office/officeart/2016/7/layout/LinearArrowProcessNumbered"/>
    <dgm:cxn modelId="{4F14E9F7-58F0-EA4C-ACB6-822DFE7D2B0C}" type="presParOf" srcId="{4073E5E0-B008-5345-A68B-9253BE63DAF1}" destId="{62D9155B-1155-654F-8057-4A81F363AD4F}" srcOrd="2" destOrd="0" presId="urn:microsoft.com/office/officeart/2016/7/layout/LinearArrowProcessNumbered"/>
    <dgm:cxn modelId="{21E096EA-B18E-6E48-A689-EFD8615FF2C9}" type="presParOf" srcId="{4073E5E0-B008-5345-A68B-9253BE63DAF1}" destId="{7B0A9228-04D3-5A4D-B11E-92D0EB29A563}" srcOrd="3" destOrd="0" presId="urn:microsoft.com/office/officeart/2016/7/layout/LinearArrowProcessNumbered"/>
    <dgm:cxn modelId="{871BAAC0-F8A4-3444-ADB0-9FBEBCFB9CE5}" type="presParOf" srcId="{40AA6AFB-27C2-9F43-884C-A2DE625BBE36}" destId="{D3847E1B-EEEE-F04F-9ED3-5575524588E5}" srcOrd="2" destOrd="0" presId="urn:microsoft.com/office/officeart/2016/7/layout/LinearArrowProcessNumbered"/>
    <dgm:cxn modelId="{891FFAE8-EC11-FD4F-878A-FE86F426D39D}" type="presParOf" srcId="{9E409B94-93ED-9148-A7B9-3EF028AF8545}" destId="{AA84659A-5507-E549-9731-E55DA8930564}" srcOrd="5" destOrd="0" presId="urn:microsoft.com/office/officeart/2016/7/layout/LinearArrowProcessNumbered"/>
    <dgm:cxn modelId="{8DCD5426-27AE-8540-81C8-5183D949B4FC}" type="presParOf" srcId="{9E409B94-93ED-9148-A7B9-3EF028AF8545}" destId="{2BADC76F-B172-5C41-8205-69132E35371C}" srcOrd="6" destOrd="0" presId="urn:microsoft.com/office/officeart/2016/7/layout/LinearArrowProcessNumbered"/>
    <dgm:cxn modelId="{15807F05-8727-7642-B746-E061CF6F4630}" type="presParOf" srcId="{2BADC76F-B172-5C41-8205-69132E35371C}" destId="{0E3205E3-591E-A442-98DB-F301468B2644}" srcOrd="0" destOrd="0" presId="urn:microsoft.com/office/officeart/2016/7/layout/LinearArrowProcessNumbered"/>
    <dgm:cxn modelId="{F614F5D4-BCF9-0147-84DB-863FF9A5F3BA}" type="presParOf" srcId="{2BADC76F-B172-5C41-8205-69132E35371C}" destId="{B7E999E9-7C8E-5544-85C5-4F9BDB88B9FE}" srcOrd="1" destOrd="0" presId="urn:microsoft.com/office/officeart/2016/7/layout/LinearArrowProcessNumbered"/>
    <dgm:cxn modelId="{F384B6D0-16D7-AB47-B1C7-F08EF124D1F4}" type="presParOf" srcId="{B7E999E9-7C8E-5544-85C5-4F9BDB88B9FE}" destId="{FE73D329-FD36-2146-8485-67C269C56A1C}" srcOrd="0" destOrd="0" presId="urn:microsoft.com/office/officeart/2016/7/layout/LinearArrowProcessNumbered"/>
    <dgm:cxn modelId="{02C00013-876E-1D4E-AD43-DE2484804CE4}" type="presParOf" srcId="{B7E999E9-7C8E-5544-85C5-4F9BDB88B9FE}" destId="{93036513-749C-C241-A5E8-97087CBFA6D1}" srcOrd="1" destOrd="0" presId="urn:microsoft.com/office/officeart/2016/7/layout/LinearArrowProcessNumbered"/>
    <dgm:cxn modelId="{7338848D-45A5-354D-B28F-014A20B6938D}" type="presParOf" srcId="{B7E999E9-7C8E-5544-85C5-4F9BDB88B9FE}" destId="{3F22F83D-EAA4-DB4C-86DC-1ACC09C5A29D}" srcOrd="2" destOrd="0" presId="urn:microsoft.com/office/officeart/2016/7/layout/LinearArrowProcessNumbered"/>
    <dgm:cxn modelId="{BB5A56F8-74BB-954F-8757-191BFAEFBB3F}" type="presParOf" srcId="{B7E999E9-7C8E-5544-85C5-4F9BDB88B9FE}" destId="{8A051B1B-B031-2A4F-8261-F5C9D6BF38C0}" srcOrd="3" destOrd="0" presId="urn:microsoft.com/office/officeart/2016/7/layout/LinearArrowProcessNumbered"/>
    <dgm:cxn modelId="{B4A5E457-0B39-5841-B4D3-9F76F177CD9C}" type="presParOf" srcId="{2BADC76F-B172-5C41-8205-69132E35371C}" destId="{C095779E-136F-2C4B-BDBC-139320E06A9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182FD-350F-8C49-8B27-239C321C83CB}">
      <dsp:nvSpPr>
        <dsp:cNvPr id="0" name=""/>
        <dsp:cNvSpPr/>
      </dsp:nvSpPr>
      <dsp:spPr>
        <a:xfrm>
          <a:off x="543014" y="306764"/>
          <a:ext cx="2594654" cy="2594654"/>
        </a:xfrm>
        <a:prstGeom prst="circularArrow">
          <a:avLst>
            <a:gd name="adj1" fmla="val 5689"/>
            <a:gd name="adj2" fmla="val 340510"/>
            <a:gd name="adj3" fmla="val 12704468"/>
            <a:gd name="adj4" fmla="val 18071537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165E4-8C50-7D48-A005-3E0FE4849F41}">
      <dsp:nvSpPr>
        <dsp:cNvPr id="0" name=""/>
        <dsp:cNvSpPr/>
      </dsp:nvSpPr>
      <dsp:spPr>
        <a:xfrm>
          <a:off x="983971" y="413054"/>
          <a:ext cx="1712739" cy="856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Profile</a:t>
          </a:r>
        </a:p>
      </dsp:txBody>
      <dsp:txXfrm>
        <a:off x="1025775" y="454858"/>
        <a:ext cx="1629131" cy="772761"/>
      </dsp:txXfrm>
    </dsp:sp>
    <dsp:sp modelId="{1C656EFD-F51B-D74A-8E38-8CD9E932569F}">
      <dsp:nvSpPr>
        <dsp:cNvPr id="0" name=""/>
        <dsp:cNvSpPr/>
      </dsp:nvSpPr>
      <dsp:spPr>
        <a:xfrm>
          <a:off x="1967357" y="2116328"/>
          <a:ext cx="1712739" cy="856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Diagnose</a:t>
          </a:r>
        </a:p>
      </dsp:txBody>
      <dsp:txXfrm>
        <a:off x="2009161" y="2158132"/>
        <a:ext cx="1629131" cy="772761"/>
      </dsp:txXfrm>
    </dsp:sp>
    <dsp:sp modelId="{813B7B8D-AC54-CA49-9910-AA1313CB85C5}">
      <dsp:nvSpPr>
        <dsp:cNvPr id="0" name=""/>
        <dsp:cNvSpPr/>
      </dsp:nvSpPr>
      <dsp:spPr>
        <a:xfrm>
          <a:off x="585" y="2116328"/>
          <a:ext cx="1712739" cy="856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Fix</a:t>
          </a:r>
        </a:p>
      </dsp:txBody>
      <dsp:txXfrm>
        <a:off x="42389" y="2158132"/>
        <a:ext cx="1629131" cy="7727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BBCFE-AD1E-A24F-8AF2-DF877FF4D458}">
      <dsp:nvSpPr>
        <dsp:cNvPr id="0" name=""/>
        <dsp:cNvSpPr/>
      </dsp:nvSpPr>
      <dsp:spPr>
        <a:xfrm>
          <a:off x="1722032" y="0"/>
          <a:ext cx="861016" cy="723115"/>
        </a:xfrm>
        <a:prstGeom prst="trapezoid">
          <a:avLst>
            <a:gd name="adj" fmla="val 595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Reg</a:t>
          </a:r>
        </a:p>
      </dsp:txBody>
      <dsp:txXfrm>
        <a:off x="1722032" y="0"/>
        <a:ext cx="861016" cy="723115"/>
      </dsp:txXfrm>
    </dsp:sp>
    <dsp:sp modelId="{920F2EBC-F607-724F-BD35-C16C01F66C40}">
      <dsp:nvSpPr>
        <dsp:cNvPr id="0" name=""/>
        <dsp:cNvSpPr/>
      </dsp:nvSpPr>
      <dsp:spPr>
        <a:xfrm>
          <a:off x="1291524" y="723115"/>
          <a:ext cx="1722032" cy="723115"/>
        </a:xfrm>
        <a:prstGeom prst="trapezoid">
          <a:avLst>
            <a:gd name="adj" fmla="val 595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L1 Cache</a:t>
          </a:r>
        </a:p>
      </dsp:txBody>
      <dsp:txXfrm>
        <a:off x="1592879" y="723115"/>
        <a:ext cx="1119321" cy="723115"/>
      </dsp:txXfrm>
    </dsp:sp>
    <dsp:sp modelId="{A7F7CBA5-D669-EF48-B25B-FF287E6D84EA}">
      <dsp:nvSpPr>
        <dsp:cNvPr id="0" name=""/>
        <dsp:cNvSpPr/>
      </dsp:nvSpPr>
      <dsp:spPr>
        <a:xfrm>
          <a:off x="861016" y="1446231"/>
          <a:ext cx="2583048" cy="723115"/>
        </a:xfrm>
        <a:prstGeom prst="trapezoid">
          <a:avLst>
            <a:gd name="adj" fmla="val 595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L2 Cache</a:t>
          </a:r>
        </a:p>
      </dsp:txBody>
      <dsp:txXfrm>
        <a:off x="1313049" y="1446231"/>
        <a:ext cx="1678981" cy="723115"/>
      </dsp:txXfrm>
    </dsp:sp>
    <dsp:sp modelId="{183490AB-4DB1-7842-B782-3B4C879974EB}">
      <dsp:nvSpPr>
        <dsp:cNvPr id="0" name=""/>
        <dsp:cNvSpPr/>
      </dsp:nvSpPr>
      <dsp:spPr>
        <a:xfrm>
          <a:off x="430508" y="2169346"/>
          <a:ext cx="3444064" cy="723115"/>
        </a:xfrm>
        <a:prstGeom prst="trapezoid">
          <a:avLst>
            <a:gd name="adj" fmla="val 595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LLC Cache</a:t>
          </a:r>
        </a:p>
      </dsp:txBody>
      <dsp:txXfrm>
        <a:off x="1033219" y="2169346"/>
        <a:ext cx="2238642" cy="723115"/>
      </dsp:txXfrm>
    </dsp:sp>
    <dsp:sp modelId="{6E27E759-5624-4B4A-B0EA-B06B8CC33536}">
      <dsp:nvSpPr>
        <dsp:cNvPr id="0" name=""/>
        <dsp:cNvSpPr/>
      </dsp:nvSpPr>
      <dsp:spPr>
        <a:xfrm>
          <a:off x="0" y="2892462"/>
          <a:ext cx="4305081" cy="723115"/>
        </a:xfrm>
        <a:prstGeom prst="trapezoid">
          <a:avLst>
            <a:gd name="adj" fmla="val 595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DRAM</a:t>
          </a:r>
        </a:p>
      </dsp:txBody>
      <dsp:txXfrm>
        <a:off x="753389" y="2892462"/>
        <a:ext cx="2798302" cy="723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BBCFE-AD1E-A24F-8AF2-DF877FF4D458}">
      <dsp:nvSpPr>
        <dsp:cNvPr id="0" name=""/>
        <dsp:cNvSpPr/>
      </dsp:nvSpPr>
      <dsp:spPr>
        <a:xfrm>
          <a:off x="1514317" y="0"/>
          <a:ext cx="757158" cy="680988"/>
        </a:xfrm>
        <a:prstGeom prst="trapezoid">
          <a:avLst>
            <a:gd name="adj" fmla="val 5559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Reg</a:t>
          </a:r>
        </a:p>
      </dsp:txBody>
      <dsp:txXfrm>
        <a:off x="1514317" y="0"/>
        <a:ext cx="757158" cy="680988"/>
      </dsp:txXfrm>
    </dsp:sp>
    <dsp:sp modelId="{920F2EBC-F607-724F-BD35-C16C01F66C40}">
      <dsp:nvSpPr>
        <dsp:cNvPr id="0" name=""/>
        <dsp:cNvSpPr/>
      </dsp:nvSpPr>
      <dsp:spPr>
        <a:xfrm>
          <a:off x="1135737" y="680988"/>
          <a:ext cx="1514317" cy="680988"/>
        </a:xfrm>
        <a:prstGeom prst="trapezoid">
          <a:avLst>
            <a:gd name="adj" fmla="val 5559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L1 Cache</a:t>
          </a:r>
        </a:p>
      </dsp:txBody>
      <dsp:txXfrm>
        <a:off x="1400743" y="680988"/>
        <a:ext cx="984306" cy="680988"/>
      </dsp:txXfrm>
    </dsp:sp>
    <dsp:sp modelId="{A7F7CBA5-D669-EF48-B25B-FF287E6D84EA}">
      <dsp:nvSpPr>
        <dsp:cNvPr id="0" name=""/>
        <dsp:cNvSpPr/>
      </dsp:nvSpPr>
      <dsp:spPr>
        <a:xfrm>
          <a:off x="757158" y="1361977"/>
          <a:ext cx="2271475" cy="680988"/>
        </a:xfrm>
        <a:prstGeom prst="trapezoid">
          <a:avLst>
            <a:gd name="adj" fmla="val 5559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L2 Cache</a:t>
          </a:r>
        </a:p>
      </dsp:txBody>
      <dsp:txXfrm>
        <a:off x="1154666" y="1361977"/>
        <a:ext cx="1476459" cy="680988"/>
      </dsp:txXfrm>
    </dsp:sp>
    <dsp:sp modelId="{183490AB-4DB1-7842-B782-3B4C879974EB}">
      <dsp:nvSpPr>
        <dsp:cNvPr id="0" name=""/>
        <dsp:cNvSpPr/>
      </dsp:nvSpPr>
      <dsp:spPr>
        <a:xfrm>
          <a:off x="378579" y="2042966"/>
          <a:ext cx="3028634" cy="680988"/>
        </a:xfrm>
        <a:prstGeom prst="trapezoid">
          <a:avLst>
            <a:gd name="adj" fmla="val 5559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LLC Cache</a:t>
          </a:r>
        </a:p>
      </dsp:txBody>
      <dsp:txXfrm>
        <a:off x="908590" y="2042966"/>
        <a:ext cx="1968612" cy="680988"/>
      </dsp:txXfrm>
    </dsp:sp>
    <dsp:sp modelId="{6E27E759-5624-4B4A-B0EA-B06B8CC33536}">
      <dsp:nvSpPr>
        <dsp:cNvPr id="0" name=""/>
        <dsp:cNvSpPr/>
      </dsp:nvSpPr>
      <dsp:spPr>
        <a:xfrm>
          <a:off x="0" y="2723955"/>
          <a:ext cx="3785793" cy="680988"/>
        </a:xfrm>
        <a:prstGeom prst="trapezoid">
          <a:avLst>
            <a:gd name="adj" fmla="val 5559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DRAM</a:t>
          </a:r>
        </a:p>
      </dsp:txBody>
      <dsp:txXfrm>
        <a:off x="662513" y="2723955"/>
        <a:ext cx="2460765" cy="680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09C6A-E95C-3947-A27C-075FA7401979}">
      <dsp:nvSpPr>
        <dsp:cNvPr id="0" name=""/>
        <dsp:cNvSpPr/>
      </dsp:nvSpPr>
      <dsp:spPr>
        <a:xfrm>
          <a:off x="1394621" y="1864989"/>
          <a:ext cx="1112345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A7C7B-3CAC-7847-B5FC-F60EC8053FD8}">
      <dsp:nvSpPr>
        <dsp:cNvPr id="0" name=""/>
        <dsp:cNvSpPr/>
      </dsp:nvSpPr>
      <dsp:spPr>
        <a:xfrm>
          <a:off x="2573707" y="1770665"/>
          <a:ext cx="127919" cy="242592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874C0-53FC-BE46-BA0B-B5CD844CFE58}">
      <dsp:nvSpPr>
        <dsp:cNvPr id="0" name=""/>
        <dsp:cNvSpPr/>
      </dsp:nvSpPr>
      <dsp:spPr>
        <a:xfrm>
          <a:off x="664387" y="1273834"/>
          <a:ext cx="1182381" cy="11823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83" tIns="45883" rIns="45883" bIns="4588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1</a:t>
          </a:r>
        </a:p>
      </dsp:txBody>
      <dsp:txXfrm>
        <a:off x="837543" y="1446990"/>
        <a:ext cx="836069" cy="836069"/>
      </dsp:txXfrm>
    </dsp:sp>
    <dsp:sp modelId="{3B47B872-CA98-144D-87A4-19F08923100B}">
      <dsp:nvSpPr>
        <dsp:cNvPr id="0" name=""/>
        <dsp:cNvSpPr/>
      </dsp:nvSpPr>
      <dsp:spPr>
        <a:xfrm>
          <a:off x="4189" y="2621814"/>
          <a:ext cx="25027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22" tIns="165100" rIns="197422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Step 1 </a:t>
          </a:r>
          <a:r>
            <a:rPr lang="en-GB" sz="1600" kern="1200" dirty="0"/>
            <a:t>-- Profile: collect hardware counter data on the unmodified workload</a:t>
          </a:r>
          <a:endParaRPr lang="en-US" sz="1600" kern="1200" dirty="0"/>
        </a:p>
      </dsp:txBody>
      <dsp:txXfrm>
        <a:off x="4189" y="3014934"/>
        <a:ext cx="2502776" cy="1572480"/>
      </dsp:txXfrm>
    </dsp:sp>
    <dsp:sp modelId="{0B4AEBF5-29F3-0C49-A850-010D200BCA5D}">
      <dsp:nvSpPr>
        <dsp:cNvPr id="0" name=""/>
        <dsp:cNvSpPr/>
      </dsp:nvSpPr>
      <dsp:spPr>
        <a:xfrm>
          <a:off x="2785052" y="1864962"/>
          <a:ext cx="25027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26E3E-37E5-DB47-AD18-62D8454240A7}">
      <dsp:nvSpPr>
        <dsp:cNvPr id="0" name=""/>
        <dsp:cNvSpPr/>
      </dsp:nvSpPr>
      <dsp:spPr>
        <a:xfrm>
          <a:off x="5354569" y="1770639"/>
          <a:ext cx="127919" cy="24263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C5D11-C9FB-A14C-AB71-EBB02F9D5E94}">
      <dsp:nvSpPr>
        <dsp:cNvPr id="0" name=""/>
        <dsp:cNvSpPr/>
      </dsp:nvSpPr>
      <dsp:spPr>
        <a:xfrm>
          <a:off x="3445250" y="1273807"/>
          <a:ext cx="1182381" cy="11823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83" tIns="45883" rIns="45883" bIns="4588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2</a:t>
          </a:r>
        </a:p>
      </dsp:txBody>
      <dsp:txXfrm>
        <a:off x="3618406" y="1446963"/>
        <a:ext cx="836069" cy="836069"/>
      </dsp:txXfrm>
    </dsp:sp>
    <dsp:sp modelId="{6F4CA637-E4C5-9F4C-AEDB-084F4AC3035E}">
      <dsp:nvSpPr>
        <dsp:cNvPr id="0" name=""/>
        <dsp:cNvSpPr/>
      </dsp:nvSpPr>
      <dsp:spPr>
        <a:xfrm>
          <a:off x="2785052" y="2621785"/>
          <a:ext cx="25027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22" tIns="165100" rIns="197422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Step 2 </a:t>
          </a:r>
          <a:r>
            <a:rPr lang="en-GB" sz="1600" kern="1200" dirty="0"/>
            <a:t>-- Diagnose: identify the dominant bottleneck from the profile</a:t>
          </a:r>
          <a:endParaRPr lang="en-US" sz="1600" kern="1200" dirty="0"/>
        </a:p>
      </dsp:txBody>
      <dsp:txXfrm>
        <a:off x="2785052" y="3014905"/>
        <a:ext cx="2502776" cy="1572480"/>
      </dsp:txXfrm>
    </dsp:sp>
    <dsp:sp modelId="{84EF36BE-6F4D-3241-A45C-55BAEDC01B66}">
      <dsp:nvSpPr>
        <dsp:cNvPr id="0" name=""/>
        <dsp:cNvSpPr/>
      </dsp:nvSpPr>
      <dsp:spPr>
        <a:xfrm>
          <a:off x="5565915" y="1864975"/>
          <a:ext cx="252745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0298B-6F13-E841-9A49-3BF6FEABA28C}">
      <dsp:nvSpPr>
        <dsp:cNvPr id="0" name=""/>
        <dsp:cNvSpPr/>
      </dsp:nvSpPr>
      <dsp:spPr>
        <a:xfrm>
          <a:off x="8160773" y="1770650"/>
          <a:ext cx="129181" cy="24264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9155B-1155-654F-8057-4A81F363AD4F}">
      <dsp:nvSpPr>
        <dsp:cNvPr id="0" name=""/>
        <dsp:cNvSpPr/>
      </dsp:nvSpPr>
      <dsp:spPr>
        <a:xfrm>
          <a:off x="6238454" y="1273820"/>
          <a:ext cx="1182381" cy="11823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83" tIns="45883" rIns="45883" bIns="4588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3</a:t>
          </a:r>
        </a:p>
      </dsp:txBody>
      <dsp:txXfrm>
        <a:off x="6411610" y="1446976"/>
        <a:ext cx="836069" cy="836069"/>
      </dsp:txXfrm>
    </dsp:sp>
    <dsp:sp modelId="{D3847E1B-EEEE-F04F-9ED3-5575524588E5}">
      <dsp:nvSpPr>
        <dsp:cNvPr id="0" name=""/>
        <dsp:cNvSpPr/>
      </dsp:nvSpPr>
      <dsp:spPr>
        <a:xfrm>
          <a:off x="5607723" y="2621814"/>
          <a:ext cx="244945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812" tIns="165100" rIns="199812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Step 3 </a:t>
          </a:r>
          <a:r>
            <a:rPr lang="en-GB" sz="1600" kern="1200" dirty="0"/>
            <a:t>-- Fix: apply a targeted change that addresses the diagnosed bottleneck</a:t>
          </a:r>
          <a:endParaRPr lang="en-US" sz="1600" kern="1200" dirty="0"/>
        </a:p>
      </dsp:txBody>
      <dsp:txXfrm>
        <a:off x="5607723" y="3014934"/>
        <a:ext cx="2449457" cy="1572480"/>
      </dsp:txXfrm>
    </dsp:sp>
    <dsp:sp modelId="{FE73D329-FD36-2146-8485-67C269C56A1C}">
      <dsp:nvSpPr>
        <dsp:cNvPr id="0" name=""/>
        <dsp:cNvSpPr/>
      </dsp:nvSpPr>
      <dsp:spPr>
        <a:xfrm>
          <a:off x="8448097" y="1864975"/>
          <a:ext cx="125138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2F83D-EAA4-DB4C-86DC-1ACC09C5A29D}">
      <dsp:nvSpPr>
        <dsp:cNvPr id="0" name=""/>
        <dsp:cNvSpPr/>
      </dsp:nvSpPr>
      <dsp:spPr>
        <a:xfrm>
          <a:off x="9108294" y="1273820"/>
          <a:ext cx="1182381" cy="11823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83" tIns="45883" rIns="45883" bIns="45883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4</a:t>
          </a:r>
        </a:p>
      </dsp:txBody>
      <dsp:txXfrm>
        <a:off x="9281450" y="1446976"/>
        <a:ext cx="836069" cy="836069"/>
      </dsp:txXfrm>
    </dsp:sp>
    <dsp:sp modelId="{C095779E-136F-2C4B-BDBC-139320E06A91}">
      <dsp:nvSpPr>
        <dsp:cNvPr id="0" name=""/>
        <dsp:cNvSpPr/>
      </dsp:nvSpPr>
      <dsp:spPr>
        <a:xfrm>
          <a:off x="8448097" y="2621814"/>
          <a:ext cx="25027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22" tIns="165100" rIns="197422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Step 4 </a:t>
          </a:r>
          <a:r>
            <a:rPr lang="en-GB" sz="1600" kern="1200" dirty="0"/>
            <a:t>-- Re-profile: verify the fix worked as expected</a:t>
          </a:r>
          <a:endParaRPr lang="en-US" sz="1600" kern="1200" dirty="0"/>
        </a:p>
      </dsp:txBody>
      <dsp:txXfrm>
        <a:off x="8448097" y="3014934"/>
        <a:ext cx="2502776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4/1/26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6919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997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63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AB4B55-060F-BB7C-707C-BC52EA56FB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3" name="Text Placeholder 28">
            <a:extLst>
              <a:ext uri="{FF2B5EF4-FFF2-40B4-BE49-F238E27FC236}">
                <a16:creationId xmlns:a16="http://schemas.microsoft.com/office/drawing/2014/main" id="{5B52BF8D-E158-ED3C-F83E-8ADB787A9B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394BE803-3A53-9DD7-8C4D-BE54366D2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A6BA01-5647-C911-2D6F-EA1B5776D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FD42E4-6767-D4AE-8D21-E0B19801A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65FD54C8-30E0-092E-F3F7-D923E50822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DEB12F-91E9-DAC5-FBA6-F59334F7F67D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F071B41C-1A24-A635-FA1A-9F8F68EDD5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14" name="TextBox 20">
            <a:extLst>
              <a:ext uri="{FF2B5EF4-FFF2-40B4-BE49-F238E27FC236}">
                <a16:creationId xmlns:a16="http://schemas.microsoft.com/office/drawing/2014/main" id="{BC02F8D1-4809-5534-8DA7-251CC8B5FC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253652" y="5695788"/>
            <a:ext cx="1573278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sz="1000" b="0" i="0" dirty="0">
                <a:solidFill>
                  <a:srgbClr val="D1D2D3"/>
                </a:solidFill>
                <a:effectLst/>
                <a:latin typeface="+mn-lt"/>
              </a:rPr>
              <a:t>AI-generated image</a:t>
            </a:r>
            <a:endParaRPr lang="en-US" altLang="en-US" sz="10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286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9" r="149"/>
          <a:stretch/>
        </p:blipFill>
        <p:spPr>
          <a:xfrm>
            <a:off x="0" y="-1"/>
            <a:ext cx="12191999" cy="6878430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50941-4230-974A-977D-8F6D313B8AEF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2A4FA427-EB3E-3449-943F-CB3DAB3EB8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9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0" b="130"/>
          <a:stretch/>
        </p:blipFill>
        <p:spPr>
          <a:xfrm>
            <a:off x="-1" y="-2857"/>
            <a:ext cx="12192000" cy="6858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449CDA4C-9E15-534E-84B0-83C4633EA098}"/>
              </a:ext>
            </a:extLst>
          </p:cNvPr>
          <p:cNvSpPr/>
          <p:nvPr userDrawn="1"/>
        </p:nvSpPr>
        <p:spPr>
          <a:xfrm>
            <a:off x="0" y="5715"/>
            <a:ext cx="9725190" cy="6858265"/>
          </a:xfrm>
          <a:custGeom>
            <a:avLst/>
            <a:gdLst>
              <a:gd name="connsiteX0" fmla="*/ 4304371 w 9779619"/>
              <a:gd name="connsiteY0" fmla="*/ 0 h 6891453"/>
              <a:gd name="connsiteX1" fmla="*/ 0 w 9779619"/>
              <a:gd name="connsiteY1" fmla="*/ 0 h 6891453"/>
              <a:gd name="connsiteX2" fmla="*/ 0 w 9779619"/>
              <a:gd name="connsiteY2" fmla="*/ 6891453 h 6891453"/>
              <a:gd name="connsiteX3" fmla="*/ 8352263 w 9779619"/>
              <a:gd name="connsiteY3" fmla="*/ 6891453 h 6891453"/>
              <a:gd name="connsiteX4" fmla="*/ 9779619 w 9779619"/>
              <a:gd name="connsiteY4" fmla="*/ 5475249 h 6891453"/>
              <a:gd name="connsiteX5" fmla="*/ 4304371 w 9779619"/>
              <a:gd name="connsiteY5" fmla="*/ 0 h 6891453"/>
              <a:gd name="connsiteX0" fmla="*/ 4304371 w 9779619"/>
              <a:gd name="connsiteY0" fmla="*/ 0 h 6891453"/>
              <a:gd name="connsiteX1" fmla="*/ 0 w 9779619"/>
              <a:gd name="connsiteY1" fmla="*/ 0 h 6891453"/>
              <a:gd name="connsiteX2" fmla="*/ 0 w 9779619"/>
              <a:gd name="connsiteY2" fmla="*/ 6891453 h 6891453"/>
              <a:gd name="connsiteX3" fmla="*/ 8363415 w 9779619"/>
              <a:gd name="connsiteY3" fmla="*/ 6880302 h 6891453"/>
              <a:gd name="connsiteX4" fmla="*/ 9779619 w 9779619"/>
              <a:gd name="connsiteY4" fmla="*/ 5475249 h 6891453"/>
              <a:gd name="connsiteX5" fmla="*/ 4304371 w 9779619"/>
              <a:gd name="connsiteY5" fmla="*/ 0 h 6891453"/>
              <a:gd name="connsiteX0" fmla="*/ 4304371 w 9779619"/>
              <a:gd name="connsiteY0" fmla="*/ 0 h 6891453"/>
              <a:gd name="connsiteX1" fmla="*/ 0 w 9779619"/>
              <a:gd name="connsiteY1" fmla="*/ 0 h 6891453"/>
              <a:gd name="connsiteX2" fmla="*/ 0 w 9779619"/>
              <a:gd name="connsiteY2" fmla="*/ 6891453 h 6891453"/>
              <a:gd name="connsiteX3" fmla="*/ 8363415 w 9779619"/>
              <a:gd name="connsiteY3" fmla="*/ 6880302 h 6891453"/>
              <a:gd name="connsiteX4" fmla="*/ 9779619 w 9779619"/>
              <a:gd name="connsiteY4" fmla="*/ 5475249 h 6891453"/>
              <a:gd name="connsiteX5" fmla="*/ 4304371 w 9779619"/>
              <a:gd name="connsiteY5" fmla="*/ 0 h 6891453"/>
              <a:gd name="connsiteX0" fmla="*/ 4304371 w 9779619"/>
              <a:gd name="connsiteY0" fmla="*/ 0 h 6880302"/>
              <a:gd name="connsiteX1" fmla="*/ 0 w 9779619"/>
              <a:gd name="connsiteY1" fmla="*/ 0 h 6880302"/>
              <a:gd name="connsiteX2" fmla="*/ 0 w 9779619"/>
              <a:gd name="connsiteY2" fmla="*/ 6857999 h 6880302"/>
              <a:gd name="connsiteX3" fmla="*/ 8363415 w 9779619"/>
              <a:gd name="connsiteY3" fmla="*/ 6880302 h 6880302"/>
              <a:gd name="connsiteX4" fmla="*/ 9779619 w 9779619"/>
              <a:gd name="connsiteY4" fmla="*/ 5475249 h 6880302"/>
              <a:gd name="connsiteX5" fmla="*/ 4304371 w 9779619"/>
              <a:gd name="connsiteY5" fmla="*/ 0 h 6880302"/>
              <a:gd name="connsiteX0" fmla="*/ 4304371 w 9779619"/>
              <a:gd name="connsiteY0" fmla="*/ 0 h 6869151"/>
              <a:gd name="connsiteX1" fmla="*/ 0 w 9779619"/>
              <a:gd name="connsiteY1" fmla="*/ 0 h 6869151"/>
              <a:gd name="connsiteX2" fmla="*/ 0 w 9779619"/>
              <a:gd name="connsiteY2" fmla="*/ 6857999 h 6869151"/>
              <a:gd name="connsiteX3" fmla="*/ 8385718 w 9779619"/>
              <a:gd name="connsiteY3" fmla="*/ 6869151 h 6869151"/>
              <a:gd name="connsiteX4" fmla="*/ 9779619 w 9779619"/>
              <a:gd name="connsiteY4" fmla="*/ 5475249 h 6869151"/>
              <a:gd name="connsiteX5" fmla="*/ 4304371 w 9779619"/>
              <a:gd name="connsiteY5" fmla="*/ 0 h 6869151"/>
              <a:gd name="connsiteX0" fmla="*/ 4304371 w 9779619"/>
              <a:gd name="connsiteY0" fmla="*/ 0 h 6869151"/>
              <a:gd name="connsiteX1" fmla="*/ 0 w 9779619"/>
              <a:gd name="connsiteY1" fmla="*/ 0 h 6869151"/>
              <a:gd name="connsiteX2" fmla="*/ 0 w 9779619"/>
              <a:gd name="connsiteY2" fmla="*/ 6857999 h 6869151"/>
              <a:gd name="connsiteX3" fmla="*/ 8353061 w 9779619"/>
              <a:gd name="connsiteY3" fmla="*/ 6869151 h 6869151"/>
              <a:gd name="connsiteX4" fmla="*/ 9779619 w 9779619"/>
              <a:gd name="connsiteY4" fmla="*/ 5475249 h 6869151"/>
              <a:gd name="connsiteX5" fmla="*/ 4304371 w 9779619"/>
              <a:gd name="connsiteY5" fmla="*/ 0 h 6869151"/>
              <a:gd name="connsiteX0" fmla="*/ 4304371 w 9725190"/>
              <a:gd name="connsiteY0" fmla="*/ 0 h 6869151"/>
              <a:gd name="connsiteX1" fmla="*/ 0 w 9725190"/>
              <a:gd name="connsiteY1" fmla="*/ 0 h 6869151"/>
              <a:gd name="connsiteX2" fmla="*/ 0 w 9725190"/>
              <a:gd name="connsiteY2" fmla="*/ 6857999 h 6869151"/>
              <a:gd name="connsiteX3" fmla="*/ 8353061 w 9725190"/>
              <a:gd name="connsiteY3" fmla="*/ 6869151 h 6869151"/>
              <a:gd name="connsiteX4" fmla="*/ 9725190 w 9725190"/>
              <a:gd name="connsiteY4" fmla="*/ 5464363 h 6869151"/>
              <a:gd name="connsiteX5" fmla="*/ 4304371 w 9725190"/>
              <a:gd name="connsiteY5" fmla="*/ 0 h 6869151"/>
              <a:gd name="connsiteX0" fmla="*/ 4304371 w 9725190"/>
              <a:gd name="connsiteY0" fmla="*/ 0 h 6858265"/>
              <a:gd name="connsiteX1" fmla="*/ 0 w 9725190"/>
              <a:gd name="connsiteY1" fmla="*/ 0 h 6858265"/>
              <a:gd name="connsiteX2" fmla="*/ 0 w 9725190"/>
              <a:gd name="connsiteY2" fmla="*/ 6857999 h 6858265"/>
              <a:gd name="connsiteX3" fmla="*/ 8320404 w 9725190"/>
              <a:gd name="connsiteY3" fmla="*/ 6858265 h 6858265"/>
              <a:gd name="connsiteX4" fmla="*/ 9725190 w 9725190"/>
              <a:gd name="connsiteY4" fmla="*/ 5464363 h 6858265"/>
              <a:gd name="connsiteX5" fmla="*/ 4304371 w 9725190"/>
              <a:gd name="connsiteY5" fmla="*/ 0 h 6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25190" h="6858265">
                <a:moveTo>
                  <a:pt x="4304371" y="0"/>
                </a:moveTo>
                <a:lnTo>
                  <a:pt x="0" y="0"/>
                </a:lnTo>
                <a:lnTo>
                  <a:pt x="0" y="6857999"/>
                </a:lnTo>
                <a:lnTo>
                  <a:pt x="8320404" y="6858265"/>
                </a:lnTo>
                <a:lnTo>
                  <a:pt x="9725190" y="5464363"/>
                </a:lnTo>
                <a:lnTo>
                  <a:pt x="4304371" y="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50941-4230-974A-977D-8F6D313B8AEF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F195BE92-34F5-3546-A596-20D07A139B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3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3E0F26C2-13FB-254B-AE0E-BD5BE35F4E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F57A52-A090-7F0C-29C6-83F92019602D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87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BEDD4A8-AC94-F043-97D1-13B28A4EA0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6954D4-E837-74D6-C2A1-5D6EC130E8CC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90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16" y="-66"/>
            <a:ext cx="12192116" cy="6858065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50941-4230-974A-977D-8F6D313B8AEF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21997F8F-0B70-7945-8CB6-7230FFBB88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0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927" y="0"/>
            <a:ext cx="12202885" cy="6864122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50941-4230-974A-977D-8F6D313B8AEF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BEDD4A8-AC94-F043-97D1-13B28A4EA0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C364A-6D9D-BE47-B4F5-C79411B00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6933"/>
            <a:ext cx="12192000" cy="6858000"/>
          </a:xfrm>
          <a:prstGeom prst="rect">
            <a:avLst/>
          </a:prstGeom>
        </p:spPr>
      </p:pic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CBA493B4-A47A-AF4F-8961-DFC7E525A7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24" y="5523753"/>
            <a:ext cx="4264272" cy="29507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CE333105-CFBC-7646-89A1-C70054721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24" y="5833633"/>
            <a:ext cx="4264272" cy="30110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DC592-EAC9-634F-9EE1-EDC89A2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00936EE-7EE0-D441-851D-618ACC029F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3292D234-E25F-7F41-ABB8-C75FCF5C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50941-4230-974A-977D-8F6D313B8AEF}"/>
              </a:ext>
            </a:extLst>
          </p:cNvPr>
          <p:cNvCxnSpPr>
            <a:cxnSpLocks/>
          </p:cNvCxnSpPr>
          <p:nvPr userDrawn="1"/>
        </p:nvCxnSpPr>
        <p:spPr>
          <a:xfrm>
            <a:off x="417443" y="5543631"/>
            <a:ext cx="0" cy="581172"/>
          </a:xfrm>
          <a:prstGeom prst="line">
            <a:avLst/>
          </a:prstGeom>
          <a:ln w="12700">
            <a:solidFill>
              <a:srgbClr val="00C1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65F417A8-5A56-C049-844F-E82873A772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7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F3C97BB-9939-B347-8FA3-7462E2FE43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6230" y="0"/>
            <a:ext cx="6835769" cy="6858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714AEDC0-A33B-F940-A840-6EE803459E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60B914-698E-8E44-851B-26EF10C37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139BE0C-30D8-5E4A-AADA-9C76A8138D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5" name="Picture 1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A64E8E06-C0AC-F149-A17F-960EB7414B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7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A299D77-EA97-CE42-9CAA-4C84832F26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6230" y="0"/>
            <a:ext cx="6835769" cy="6858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7" name="Picture 16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475B06F1-14B8-6B48-A594-FDB96BCF41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Section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7803EC-F0AE-DC4A-A429-41D8DD50D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6230" y="0"/>
            <a:ext cx="6835769" cy="6857999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6CBE02A7-EA26-23DB-58E4-E78CD10548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23A370-A92B-54C6-980D-406B2EE17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FF7030-A64B-2842-8A77-3EB354B9D9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6" name="Picture 5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1A3DA53E-053D-C94E-3938-BC2E15E9142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95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_Section Divider slide">
    <p:bg>
      <p:bgPr>
        <a:gradFill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0">
            <a:extLst>
              <a:ext uri="{FF2B5EF4-FFF2-40B4-BE49-F238E27FC236}">
                <a16:creationId xmlns:a16="http://schemas.microsoft.com/office/drawing/2014/main" id="{C897E447-8D49-F64E-96E2-E84DFE5629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06FA327-5400-394E-B4AE-123F66979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32154D4-1182-DC4A-B9F9-3D973CBC84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5" name="Picture 1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6B164D8-593E-4E49-A224-1AA496608B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B3BB7BF-91BC-31FE-28B5-3FF67809DE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356230" y="0"/>
            <a:ext cx="6835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31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  Description automatically generated">
            <a:extLst>
              <a:ext uri="{FF2B5EF4-FFF2-40B4-BE49-F238E27FC236}">
                <a16:creationId xmlns:a16="http://schemas.microsoft.com/office/drawing/2014/main" id="{31CA647C-0297-2248-9EC4-C59D9E7C3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714AEDC0-A33B-F940-A840-6EE803459E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60B914-698E-8E44-851B-26EF10C37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139BE0C-30D8-5E4A-AADA-9C76A8138D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5" name="Picture 1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A64E8E06-C0AC-F149-A17F-960EB7414B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99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  Description automatically generated">
            <a:extLst>
              <a:ext uri="{FF2B5EF4-FFF2-40B4-BE49-F238E27FC236}">
                <a16:creationId xmlns:a16="http://schemas.microsoft.com/office/drawing/2014/main" id="{1321ADCF-9532-6E4F-9169-2B103CECC5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pic>
        <p:nvPicPr>
          <p:cNvPr id="8" name="Picture 7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92C6B5BA-D902-3D48-BDB2-127DD90164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454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bg>
      <p:bgPr>
        <a:gradFill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  Description automatically generated">
            <a:extLst>
              <a:ext uri="{FF2B5EF4-FFF2-40B4-BE49-F238E27FC236}">
                <a16:creationId xmlns:a16="http://schemas.microsoft.com/office/drawing/2014/main" id="{1321ADCF-9532-6E4F-9169-2B103CECC5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pic>
        <p:nvPicPr>
          <p:cNvPr id="8" name="Picture 7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92C6B5BA-D902-3D48-BDB2-127DD90164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024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Section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  Description automatically generated">
            <a:extLst>
              <a:ext uri="{FF2B5EF4-FFF2-40B4-BE49-F238E27FC236}">
                <a16:creationId xmlns:a16="http://schemas.microsoft.com/office/drawing/2014/main" id="{604AF1EA-FE1C-3F4A-A7A0-4F551C29E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  <a:noFill/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3CF78C79-90BA-5869-FBC4-1C0023B4A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862E9D-D706-B759-FC9C-A2B692BCFE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5B772A6-6BC3-12BE-D0AB-6F252BD500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51E57CBB-3902-9A28-E8CE-F513E89A7F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91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F3C97BB-9939-B347-8FA3-7462E2FE43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6230" y="0"/>
            <a:ext cx="6835770" cy="6858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714AEDC0-A33B-F940-A840-6EE803459E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60B914-698E-8E44-851B-26EF10C37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139BE0C-30D8-5E4A-AADA-9C76A8138D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5" name="Picture 1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A64E8E06-C0AC-F149-A17F-960EB7414B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78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A299D77-EA97-CE42-9CAA-4C84832F26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6230" y="0"/>
            <a:ext cx="6835770" cy="6858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7" name="Picture 16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475B06F1-14B8-6B48-A594-FDB96BCF41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273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bg>
      <p:bgPr>
        <a:gradFill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A299D77-EA97-CE42-9CAA-4C84832F26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6230" y="0"/>
            <a:ext cx="6835770" cy="6858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7" name="Picture 16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475B06F1-14B8-6B48-A594-FDB96BCF41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88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7803EC-F0AE-DC4A-A429-41D8DD50D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6230" y="0"/>
            <a:ext cx="6835769" cy="6858000"/>
          </a:xfrm>
          <a:prstGeom prst="rect">
            <a:avLst/>
          </a:prstGeom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22C4DAF5-FB2E-B028-5256-CC2FDFC9EE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EB6E97-EDDF-2A96-074F-18BB6384B2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225AAB-54E0-EAE0-0840-093AB2F5C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0" name="Picture 9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724A7481-3CA6-7994-9B9F-FAAD68B5E8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41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F5B06E-F6A0-3B43-AD64-568F71E24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714AEDC0-A33B-F940-A840-6EE803459E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60B914-698E-8E44-851B-26EF10C37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139BE0C-30D8-5E4A-AADA-9C76A8138D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5" name="Picture 1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A64E8E06-C0AC-F149-A17F-960EB7414B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852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223CC0-C7A1-BC40-9A1F-09EBC27A25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7" name="Picture 16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475B06F1-14B8-6B48-A594-FDB96BCF41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11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Slide">
    <p:bg>
      <p:bgPr>
        <a:gradFill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223CC0-C7A1-BC40-9A1F-09EBC27A25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CC996240-7E12-F548-AD0D-F8FB96331F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334779-F2E3-2947-AB96-C7B474D6B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060ECE6-53F5-A24F-86B7-E2939773D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7" name="Picture 16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475B06F1-14B8-6B48-A594-FDB96BCF41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37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Section Divider slide">
    <p:bg>
      <p:bgPr>
        <a:solidFill>
          <a:srgbClr val="FF6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353FD8-3FBF-E340-8B41-D553C6163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848AE1EF-8720-A960-1DEC-CD949844D7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F3DE6B-FA5F-2139-2D6E-5F4666CD2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625" y="1814735"/>
            <a:ext cx="6192840" cy="257418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2817E7A-3D17-D0A0-461E-12CC777B82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624" y="4403724"/>
            <a:ext cx="6192840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5" name="Picture 4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8A3629F-5EE6-F850-E161-2CD448E2F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099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554489"/>
            <a:ext cx="11233150" cy="455323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00537-4172-4053-A616-87E429C679A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20481"/>
            <a:ext cx="0" cy="45152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59204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9" name="Text Placeholder 131"/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0481"/>
            <a:ext cx="53456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477587" y="2202443"/>
            <a:ext cx="5347480" cy="3933245"/>
          </a:xfrm>
        </p:spPr>
        <p:txBody>
          <a:bodyPr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 algn="l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 algn="l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 algn="l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 algn="l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31"/>
          <p:cNvSpPr>
            <a:spLocks noGrp="1"/>
          </p:cNvSpPr>
          <p:nvPr>
            <p:ph type="body" sz="quarter" idx="18" hasCustomPrompt="1"/>
          </p:nvPr>
        </p:nvSpPr>
        <p:spPr>
          <a:xfrm>
            <a:off x="6341534" y="1620481"/>
            <a:ext cx="53710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7" y="2202442"/>
            <a:ext cx="5372628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2621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795D2F-D322-4144-8DA8-55D6A29427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48138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4D2EAD-40A5-4C0B-900F-916EB19FF7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051800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 userDrawn="1">
            <p:ph idx="1" hasCustomPrompt="1"/>
          </p:nvPr>
        </p:nvSpPr>
        <p:spPr>
          <a:xfrm>
            <a:off x="479426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0" name="Text Placeholder 13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 hasCustomPrompt="1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 hasCustomPrompt="1"/>
          </p:nvPr>
        </p:nvSpPr>
        <p:spPr>
          <a:xfrm>
            <a:off x="8300113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7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21" hasCustomPrompt="1"/>
          </p:nvPr>
        </p:nvSpPr>
        <p:spPr>
          <a:xfrm>
            <a:off x="8299119" y="2372564"/>
            <a:ext cx="3413455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CCE81F77-7204-0241-970A-63C43B1D7B8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48138" y="1611050"/>
            <a:ext cx="3903662" cy="4448438"/>
            <a:chOff x="3706307" y="1883391"/>
            <a:chExt cx="3803176" cy="447295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266E339-1F3B-8E41-B64F-AA6A42EDF7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06307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22B3030-62BD-3440-A850-5C6E7CCDD5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09483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 Placeholder 131">
            <a:extLst>
              <a:ext uri="{FF2B5EF4-FFF2-40B4-BE49-F238E27FC236}">
                <a16:creationId xmlns:a16="http://schemas.microsoft.com/office/drawing/2014/main" id="{B54BFFD1-D378-D841-B5DD-88788B48D0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3" name="Text Placeholder 131">
            <a:extLst>
              <a:ext uri="{FF2B5EF4-FFF2-40B4-BE49-F238E27FC236}">
                <a16:creationId xmlns:a16="http://schemas.microsoft.com/office/drawing/2014/main" id="{E3125198-F65A-8049-9D3E-A6AF258DAE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6192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5" name="Text Placeholder 131">
            <a:extLst>
              <a:ext uri="{FF2B5EF4-FFF2-40B4-BE49-F238E27FC236}">
                <a16:creationId xmlns:a16="http://schemas.microsoft.com/office/drawing/2014/main" id="{7C8008EA-19DB-814F-9284-A055A2AB89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6" name="Content Placeholder 8">
            <a:extLst>
              <a:ext uri="{FF2B5EF4-FFF2-40B4-BE49-F238E27FC236}">
                <a16:creationId xmlns:a16="http://schemas.microsoft.com/office/drawing/2014/main" id="{DD4BA2E6-FACA-5C45-B75F-9327959A672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5863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Content Placeholder 8">
            <a:extLst>
              <a:ext uri="{FF2B5EF4-FFF2-40B4-BE49-F238E27FC236}">
                <a16:creationId xmlns:a16="http://schemas.microsoft.com/office/drawing/2014/main" id="{5AB0A5A2-CEF5-6E44-BACF-2C0296FE306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71875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55004" y="1631950"/>
            <a:ext cx="0" cy="444060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631111"/>
            <a:ext cx="2619375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2999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41881F-8B1A-4F78-926D-54E8F515C458}"/>
              </a:ext>
            </a:extLst>
          </p:cNvPr>
          <p:cNvCxnSpPr>
            <a:cxnSpLocks/>
          </p:cNvCxnSpPr>
          <p:nvPr userDrawn="1"/>
        </p:nvCxnSpPr>
        <p:spPr>
          <a:xfrm>
            <a:off x="8932863" y="1629287"/>
            <a:ext cx="0" cy="44432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9037637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479425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59496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354388" y="1618445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354388" y="3755872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066213" y="1618445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9066213" y="3755872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479425" y="1618445"/>
            <a:ext cx="26193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220216" y="1618445"/>
            <a:ext cx="26066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4441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29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629079"/>
            <a:ext cx="5481108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461651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42164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479425" y="1259574"/>
            <a:ext cx="11233150" cy="48364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5123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41880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5898A6C-DE95-7141-81A3-94C7240F86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B5F482-A1DF-47CF-A799-587634BE9938}"/>
              </a:ext>
            </a:extLst>
          </p:cNvPr>
          <p:cNvSpPr/>
          <p:nvPr userDrawn="1"/>
        </p:nvSpPr>
        <p:spPr>
          <a:xfrm>
            <a:off x="10683875" y="5937250"/>
            <a:ext cx="1095375" cy="682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F0FB5E03-A74E-CC42-A7DF-71D20DBF22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D4A0DA91-CFBB-E84D-B787-D16C79C726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0C8C98-8540-F243-A7E5-72B42C482D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</p:spTree>
    <p:extLst>
      <p:ext uri="{BB962C8B-B14F-4D97-AF65-F5344CB8AC3E}">
        <p14:creationId xmlns:p14="http://schemas.microsoft.com/office/powerpoint/2010/main" val="3116273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7B9A38E-B1CF-844E-A9DE-275B3C0661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D28C162-65FD-A34B-9664-413A5D187D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20DC93-4706-E90A-3AA5-65A7191B63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A746397E-87C1-0CA1-B4AF-78BB574C38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446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7B9A38E-B1CF-844E-A9DE-275B3C0661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D28C162-65FD-A34B-9664-413A5D187D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20DC93-4706-E90A-3AA5-65A7191B63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A746397E-87C1-0CA1-B4AF-78BB574C38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18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  Description automatically generated">
            <a:extLst>
              <a:ext uri="{FF2B5EF4-FFF2-40B4-BE49-F238E27FC236}">
                <a16:creationId xmlns:a16="http://schemas.microsoft.com/office/drawing/2014/main" id="{973A747D-17C8-3049-97A8-E7994701AC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B5F482-A1DF-47CF-A799-587634BE9938}"/>
              </a:ext>
            </a:extLst>
          </p:cNvPr>
          <p:cNvSpPr/>
          <p:nvPr userDrawn="1"/>
        </p:nvSpPr>
        <p:spPr>
          <a:xfrm>
            <a:off x="10683875" y="5937250"/>
            <a:ext cx="1095375" cy="682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D4A0DA91-CFBB-E84D-B787-D16C79C726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32520C-4F76-B1E0-1315-122D2AE2AE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908479A3-F44E-6F79-1AB5-22FC1841C3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5771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  Description automatically generated">
            <a:extLst>
              <a:ext uri="{FF2B5EF4-FFF2-40B4-BE49-F238E27FC236}">
                <a16:creationId xmlns:a16="http://schemas.microsoft.com/office/drawing/2014/main" id="{65C8D65D-FA78-7045-8C8F-56DDB114BD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D28C162-65FD-A34B-9664-413A5D187D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C7439E-9A8C-62F0-11A3-8D7D8A5E88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DE3DF629-D984-6F20-C82D-6842E67510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57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  Description automatically generated">
            <a:extLst>
              <a:ext uri="{FF2B5EF4-FFF2-40B4-BE49-F238E27FC236}">
                <a16:creationId xmlns:a16="http://schemas.microsoft.com/office/drawing/2014/main" id="{65C8D65D-FA78-7045-8C8F-56DDB114BD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D28C162-65FD-A34B-9664-413A5D187D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C7439E-9A8C-62F0-11A3-8D7D8A5E88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70505" y="611557"/>
            <a:ext cx="465518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Thank You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Danke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Gracias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en-US" altLang="en-US" sz="2600" dirty="0" err="1">
                <a:solidFill>
                  <a:schemeClr val="bg1"/>
                </a:solidFill>
              </a:rPr>
              <a:t>Grazie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谢谢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ありがとう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Asante</a:t>
            </a:r>
          </a:p>
          <a:p>
            <a:pPr algn="r"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Merci</a:t>
            </a: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감사합니다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algn="r">
              <a:defRPr/>
            </a:pPr>
            <a:r>
              <a:rPr lang="en-US" altLang="en-US" sz="2600" dirty="0" err="1">
                <a:solidFill>
                  <a:schemeClr val="bg1"/>
                </a:solidFill>
              </a:rPr>
              <a:t>धन्यवाद</a:t>
            </a:r>
            <a:endParaRPr lang="en-US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600" dirty="0">
                <a:solidFill>
                  <a:schemeClr val="bg1"/>
                </a:solidFill>
              </a:rPr>
              <a:t>Kiitos</a:t>
            </a:r>
          </a:p>
          <a:p>
            <a:pPr algn="r">
              <a:defRPr/>
            </a:pPr>
            <a:r>
              <a:rPr lang="ar-SA" sz="2600" kern="1200" dirty="0">
                <a:solidFill>
                  <a:schemeClr val="bg1"/>
                </a:solidFill>
                <a:latin typeface="Calibri" charset="0"/>
                <a:ea typeface="ＭＳ Ｐゴシック" charset="-128"/>
                <a:cs typeface="+mn-cs"/>
              </a:rPr>
              <a:t>شكرًا</a:t>
            </a:r>
            <a:endParaRPr lang="en-GB" sz="2600" kern="1200" dirty="0">
              <a:solidFill>
                <a:schemeClr val="bg1"/>
              </a:solidFill>
              <a:latin typeface="Calibri" charset="0"/>
              <a:ea typeface="ＭＳ Ｐゴシック" charset="-128"/>
              <a:cs typeface="+mn-cs"/>
            </a:endParaRPr>
          </a:p>
          <a:p>
            <a:pPr algn="r">
              <a:defRPr/>
            </a:pPr>
            <a:r>
              <a:rPr lang="as-IN" altLang="en-US" sz="2600" dirty="0">
                <a:solidFill>
                  <a:schemeClr val="bg1"/>
                </a:solidFill>
              </a:rPr>
              <a:t>ধন্যবাদ</a:t>
            </a:r>
            <a:br>
              <a:rPr lang="en-US" altLang="en-US" sz="2600" dirty="0">
                <a:solidFill>
                  <a:schemeClr val="bg1"/>
                </a:solidFill>
              </a:rPr>
            </a:br>
            <a:r>
              <a:rPr lang="he-IL" altLang="en-US" sz="2600" dirty="0">
                <a:solidFill>
                  <a:schemeClr val="bg1"/>
                </a:solidFill>
              </a:rPr>
              <a:t>תודה</a:t>
            </a:r>
            <a:endParaRPr lang="en-GB" altLang="en-US" sz="2600" dirty="0">
              <a:solidFill>
                <a:schemeClr val="bg1"/>
              </a:solidFill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2000" b="0" i="0" dirty="0">
                <a:solidFill>
                  <a:schemeClr val="bg1"/>
                </a:solidFill>
                <a:effectLst/>
                <a:latin typeface="system-ui"/>
              </a:rPr>
              <a:t>ధన్యవాదములు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DE3DF629-D984-6F20-C82D-6842E67510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605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A48FB55-D5BB-084F-BACF-A07C257E7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3" name="Picture 12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44746F1-B3D7-0243-8B06-95CC6A2018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125EC0CC-4F04-39C5-041F-BEA17116B4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22D11-BA56-674C-A7F1-E8B345E827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7F3DF-159E-2B4A-848E-BCCCF7381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C2CB46F-4F17-004B-85E2-BC55AB449E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51C65B67-1002-E334-8760-AE1DBFE14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0506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22D11-BA56-674C-A7F1-E8B345E827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7F3DF-159E-2B4A-848E-BCCCF7381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C2CB46F-4F17-004B-85E2-BC55AB449E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51C65B67-1002-E334-8760-AE1DBFE14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183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  Description automatically generated">
            <a:extLst>
              <a:ext uri="{FF2B5EF4-FFF2-40B4-BE49-F238E27FC236}">
                <a16:creationId xmlns:a16="http://schemas.microsoft.com/office/drawing/2014/main" id="{5CB4EA8E-D6CA-DF40-9ADD-CE8408E00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3" name="Picture 12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E44746F1-B3D7-0243-8B06-95CC6A2018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854653A2-DF57-3728-3E84-C3AF0DEC9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958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  Description automatically generated">
            <a:extLst>
              <a:ext uri="{FF2B5EF4-FFF2-40B4-BE49-F238E27FC236}">
                <a16:creationId xmlns:a16="http://schemas.microsoft.com/office/drawing/2014/main" id="{007A6213-5C36-0A44-890D-F1E1590E8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7F3DF-159E-2B4A-848E-BCCCF7381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C2CB46F-4F17-004B-85E2-BC55AB449E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16EF959D-9832-1867-1020-70C850E8715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1257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  Description automatically generated">
            <a:extLst>
              <a:ext uri="{FF2B5EF4-FFF2-40B4-BE49-F238E27FC236}">
                <a16:creationId xmlns:a16="http://schemas.microsoft.com/office/drawing/2014/main" id="{007A6213-5C36-0A44-890D-F1E1590E8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287581"/>
            <a:ext cx="11658600" cy="63418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7F3DF-159E-2B4A-848E-BCCCF7381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78942" y="52051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 err="1">
                <a:solidFill>
                  <a:schemeClr val="bg1"/>
                </a:solidFill>
              </a:rPr>
              <a:t>www.arm.com</a:t>
            </a:r>
            <a:r>
              <a:rPr lang="en-US" altLang="x-none" sz="1200" dirty="0">
                <a:solidFill>
                  <a:schemeClr val="bg1"/>
                </a:solidFill>
              </a:rPr>
              <a:t>/company/policies/trademarks</a:t>
            </a:r>
          </a:p>
        </p:txBody>
      </p:sp>
      <p:pic>
        <p:nvPicPr>
          <p:cNvPr id="14" name="Picture 13" descr="A picture containing building, drawing  Description automatically generated">
            <a:extLst>
              <a:ext uri="{FF2B5EF4-FFF2-40B4-BE49-F238E27FC236}">
                <a16:creationId xmlns:a16="http://schemas.microsoft.com/office/drawing/2014/main" id="{0C2CB46F-4F17-004B-85E2-BC55AB449E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624" y="520518"/>
            <a:ext cx="1700213" cy="530640"/>
          </a:xfrm>
          <a:prstGeom prst="rect">
            <a:avLst/>
          </a:prstGeom>
        </p:spPr>
      </p:pic>
      <p:sp>
        <p:nvSpPr>
          <p:cNvPr id="2" name="TextBox 20">
            <a:extLst>
              <a:ext uri="{FF2B5EF4-FFF2-40B4-BE49-F238E27FC236}">
                <a16:creationId xmlns:a16="http://schemas.microsoft.com/office/drawing/2014/main" id="{16EF959D-9832-1867-1020-70C850E8715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1"/>
                </a:solidFill>
              </a:rPr>
              <a:t>© 2024 Arm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69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317949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9746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A9403B94-AAAF-AB46-B38A-95D16DABD5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8624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accent6"/>
                </a:solidFill>
              </a:rPr>
              <a:t>© 2024 Arm</a:t>
            </a:r>
            <a:endParaRPr lang="en-US" altLang="en-US" sz="1000" dirty="0">
              <a:solidFill>
                <a:schemeClr val="accent6"/>
              </a:solidFill>
            </a:endParaRPr>
          </a:p>
        </p:txBody>
      </p:sp>
      <p:pic>
        <p:nvPicPr>
          <p:cNvPr id="5" name="Picture 4" descr="A picture containing clock, meter  Description automatically generated">
            <a:extLst>
              <a:ext uri="{FF2B5EF4-FFF2-40B4-BE49-F238E27FC236}">
                <a16:creationId xmlns:a16="http://schemas.microsoft.com/office/drawing/2014/main" id="{970F2EF9-EE0C-275D-DB99-812522D98880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5847" y="6384924"/>
            <a:ext cx="879904" cy="27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20" r:id="rId1"/>
    <p:sldLayoutId id="2147485567" r:id="rId2"/>
    <p:sldLayoutId id="2147485516" r:id="rId3"/>
    <p:sldLayoutId id="2147485517" r:id="rId4"/>
    <p:sldLayoutId id="2147485551" r:id="rId5"/>
    <p:sldLayoutId id="2147485519" r:id="rId6"/>
    <p:sldLayoutId id="2147485531" r:id="rId7"/>
    <p:sldLayoutId id="2147485552" r:id="rId8"/>
    <p:sldLayoutId id="2147485540" r:id="rId9"/>
    <p:sldLayoutId id="2147485539" r:id="rId10"/>
    <p:sldLayoutId id="2147485541" r:id="rId11"/>
    <p:sldLayoutId id="2147485556" r:id="rId12"/>
    <p:sldLayoutId id="2147485436" r:id="rId13"/>
    <p:sldLayoutId id="2147485523" r:id="rId14"/>
    <p:sldLayoutId id="2147485557" r:id="rId15"/>
    <p:sldLayoutId id="2147485525" r:id="rId16"/>
    <p:sldLayoutId id="2147485524" r:id="rId17"/>
    <p:sldLayoutId id="2147485510" r:id="rId18"/>
    <p:sldLayoutId id="2147485558" r:id="rId19"/>
    <p:sldLayoutId id="2147485438" r:id="rId20"/>
    <p:sldLayoutId id="2147485536" r:id="rId21"/>
    <p:sldLayoutId id="2147485535" r:id="rId22"/>
    <p:sldLayoutId id="2147485559" r:id="rId23"/>
    <p:sldLayoutId id="2147485538" r:id="rId24"/>
    <p:sldLayoutId id="2147485440" r:id="rId25"/>
    <p:sldLayoutId id="2147485441" r:id="rId26"/>
    <p:sldLayoutId id="2147485442" r:id="rId27"/>
    <p:sldLayoutId id="2147485443" r:id="rId28"/>
    <p:sldLayoutId id="2147485444" r:id="rId29"/>
    <p:sldLayoutId id="2147485445" r:id="rId30"/>
    <p:sldLayoutId id="2147485446" r:id="rId31"/>
    <p:sldLayoutId id="2147485447" r:id="rId32"/>
    <p:sldLayoutId id="2147485448" r:id="rId33"/>
    <p:sldLayoutId id="2147485449" r:id="rId34"/>
    <p:sldLayoutId id="2147485450" r:id="rId35"/>
    <p:sldLayoutId id="2147485452" r:id="rId36"/>
    <p:sldLayoutId id="2147485512" r:id="rId37"/>
    <p:sldLayoutId id="2147485560" r:id="rId38"/>
    <p:sldLayoutId id="2147485526" r:id="rId39"/>
    <p:sldLayoutId id="2147485527" r:id="rId40"/>
    <p:sldLayoutId id="2147485561" r:id="rId41"/>
    <p:sldLayoutId id="2147485453" r:id="rId42"/>
    <p:sldLayoutId id="2147485513" r:id="rId43"/>
    <p:sldLayoutId id="2147485562" r:id="rId44"/>
    <p:sldLayoutId id="2147485528" r:id="rId45"/>
    <p:sldLayoutId id="2147485529" r:id="rId46"/>
    <p:sldLayoutId id="2147485563" r:id="rId47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Blip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</a:buBlip>
        <a:defRPr sz="2400" kern="1200">
          <a:solidFill>
            <a:srgbClr val="333E48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33E4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Tx/>
        <a:buBlip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</a:buBlip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Tx/>
        <a:buBlip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</a:buBlip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302" userDrawn="1">
          <p15:clr>
            <a:srgbClr val="F26B43"/>
          </p15:clr>
        </p15:guide>
        <p15:guide id="8" pos="70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hyperlink" Target="https://documentation-service.arm.com/static/6036810d5319e554d4ba108b?token=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5.svg"/><Relationship Id="rId2" Type="http://schemas.openxmlformats.org/officeDocument/2006/relationships/hyperlink" Target="https://developer.arm.com/documentation/109542/0100/Arm-Topdown-methodology/Stage-2--Microarchitecture-exploration?lang=en" TargetMode="Externa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5.svg"/><Relationship Id="rId2" Type="http://schemas.openxmlformats.org/officeDocument/2006/relationships/hyperlink" Target="https://developer.arm.com/documentation/109542/0100/Arm-Topdown-methodology/Stage-1--Topdown-analysis?lang=en" TargetMode="Externa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.svg"/><Relationship Id="rId2" Type="http://schemas.openxmlformats.org/officeDocument/2006/relationships/hyperlink" Target="https://developer.arm.com/community/arm-community-blogs/b/architectures-and-processors-blog/posts/a-walk-through-of-the-microarchitectural-improvements-in-cortex-a72" TargetMode="Externa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6CC20-1BF1-03E9-8D92-2B8E82409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0D2ABF-0C21-8E8F-D35B-2BB6B5E7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Performance Engineering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0D84C9-8EF3-C4BC-7CD8-E0F19C12D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CPU Microarchitecture for Software Optimisation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E1012A-18CD-F8DB-5FDC-DFA41ECEC9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F42B-89C3-8D45-BCF5-65A370D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Engineering?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3D1-A151-0B49-BF84-F8E44EBE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4" y="4403724"/>
            <a:ext cx="5066680" cy="702444"/>
          </a:xfrm>
        </p:spPr>
        <p:txBody>
          <a:bodyPr/>
          <a:lstStyle/>
          <a:p>
            <a:r>
              <a:rPr lang="en-US" dirty="0"/>
              <a:t>Understanding where your cycles go</a:t>
            </a:r>
          </a:p>
        </p:txBody>
      </p:sp>
    </p:spTree>
    <p:extLst>
      <p:ext uri="{BB962C8B-B14F-4D97-AF65-F5344CB8AC3E}">
        <p14:creationId xmlns:p14="http://schemas.microsoft.com/office/powerpoint/2010/main" val="421139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is Performance Engineering?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25" y="1449278"/>
            <a:ext cx="7094561" cy="5100000"/>
          </a:xfrm>
        </p:spPr>
        <p:txBody>
          <a:bodyPr>
            <a:normAutofit/>
          </a:bodyPr>
          <a:lstStyle/>
          <a:p>
            <a:r>
              <a:rPr lang="en-GB" altLang="en-US" dirty="0"/>
              <a:t>The practice of measuring, analysing, and improving software performance</a:t>
            </a:r>
          </a:p>
          <a:p>
            <a:pPr lvl="1"/>
            <a:r>
              <a:rPr lang="en-GB" altLang="en-US" dirty="0"/>
              <a:t>Not guessing -- using hardware evidence to guide decisions</a:t>
            </a:r>
          </a:p>
          <a:p>
            <a:r>
              <a:rPr lang="en-GB" altLang="en-US" dirty="0"/>
              <a:t>Modern CPUs are complex: multiple cache levels, out-of-order execution, speculative pipelines</a:t>
            </a:r>
          </a:p>
          <a:p>
            <a:pPr lvl="1"/>
            <a:r>
              <a:rPr lang="en-GB" altLang="en-US" dirty="0"/>
              <a:t>Source code alone cannot reveal where time is being wasted</a:t>
            </a:r>
          </a:p>
          <a:p>
            <a:r>
              <a:rPr lang="en-GB" altLang="en-US" dirty="0"/>
              <a:t>Performance engineering answers two fundamental questions:</a:t>
            </a:r>
          </a:p>
          <a:p>
            <a:pPr lvl="1"/>
            <a:r>
              <a:rPr lang="en-GB" altLang="en-US" dirty="0"/>
              <a:t>Where is the program spending its time?</a:t>
            </a:r>
          </a:p>
          <a:p>
            <a:pPr lvl="1"/>
            <a:r>
              <a:rPr lang="en-GB" altLang="en-US" dirty="0"/>
              <a:t>Why is it spending time there instead of doing useful work?</a:t>
            </a:r>
          </a:p>
          <a:p>
            <a:r>
              <a:rPr lang="en-GB" altLang="en-US" dirty="0"/>
              <a:t>Goal: convert more CPU cycles into useful computation</a:t>
            </a:r>
            <a:endParaRPr lang="en-US" alt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6FCB0B-26E5-0998-28E8-D154762EC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489487"/>
              </p:ext>
            </p:extLst>
          </p:nvPr>
        </p:nvGraphicFramePr>
        <p:xfrm>
          <a:off x="8031892" y="1037967"/>
          <a:ext cx="3680683" cy="3385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US" b="1" dirty="0"/>
              <a:t>The Modern CPU Pipeline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15" y="1279699"/>
            <a:ext cx="7094561" cy="5100000"/>
          </a:xfrm>
        </p:spPr>
        <p:txBody>
          <a:bodyPr>
            <a:normAutofit/>
          </a:bodyPr>
          <a:lstStyle/>
          <a:p>
            <a:r>
              <a:rPr lang="en-GB" altLang="en-US" dirty="0"/>
              <a:t>Instructions flow through a series of stages: Fetch, Decode, Execute, Retire</a:t>
            </a:r>
          </a:p>
          <a:p>
            <a:pPr lvl="1"/>
            <a:r>
              <a:rPr lang="en-GB" altLang="en-US" dirty="0"/>
              <a:t>Fetch: retrieve instructions from the instruction cache</a:t>
            </a:r>
          </a:p>
          <a:p>
            <a:pPr lvl="1"/>
            <a:r>
              <a:rPr lang="en-GB" altLang="en-US" dirty="0"/>
              <a:t>Decode: translate instructions into micro-operations</a:t>
            </a:r>
          </a:p>
          <a:p>
            <a:pPr lvl="1"/>
            <a:r>
              <a:rPr lang="en-GB" altLang="en-US" dirty="0"/>
              <a:t>Execute: perform the actual computation in execution units</a:t>
            </a:r>
          </a:p>
          <a:p>
            <a:pPr lvl="1"/>
            <a:r>
              <a:rPr lang="en-GB" altLang="en-US" dirty="0"/>
              <a:t>Retire: commit results to architectural state</a:t>
            </a:r>
          </a:p>
          <a:p>
            <a:r>
              <a:rPr lang="en-GB" altLang="en-US" dirty="0"/>
              <a:t>Modern CPUs are superscalar: they can issue multiple micro-ops per cycle</a:t>
            </a:r>
          </a:p>
          <a:p>
            <a:pPr lvl="1"/>
            <a:r>
              <a:rPr lang="en-GB" altLang="en-US" dirty="0"/>
              <a:t>The pipeline has a fixed number of issue slots per cycle</a:t>
            </a:r>
          </a:p>
          <a:p>
            <a:r>
              <a:rPr lang="en-GB" altLang="en-US" dirty="0"/>
              <a:t>Out-of-order execution: the CPU can reorder instructions for efficiency</a:t>
            </a:r>
          </a:p>
          <a:p>
            <a:pPr lvl="1"/>
            <a:r>
              <a:rPr lang="en-GB" altLang="en-US" dirty="0"/>
              <a:t>Instructions may execute in a different order than written in the program</a:t>
            </a:r>
            <a:endParaRPr lang="en-US" altLang="en-US" dirty="0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D4D06AC7-3BAA-7950-2022-E0FF1D8C6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676" y="914057"/>
            <a:ext cx="4571826" cy="44487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D5304C-8C2B-C08D-A4B5-66E54A6FD516}"/>
              </a:ext>
            </a:extLst>
          </p:cNvPr>
          <p:cNvSpPr txBox="1">
            <a:spLocks/>
          </p:cNvSpPr>
          <p:nvPr/>
        </p:nvSpPr>
        <p:spPr>
          <a:xfrm>
            <a:off x="7721774" y="5362832"/>
            <a:ext cx="4571826" cy="4357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Cortex-M3 pipeline stages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478301"/>
            <a:ext cx="2986264" cy="65476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CPU Slots and Micro-Operations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6" y="1571575"/>
            <a:ext cx="5323063" cy="2407132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A slot represents one opportunity for the CPU to make progress in a cycle</a:t>
            </a:r>
          </a:p>
          <a:p>
            <a:pPr lvl="1"/>
            <a:r>
              <a:rPr lang="en-GB" altLang="en-US" dirty="0"/>
              <a:t>Think of it as one place where a micro-op could have been issued</a:t>
            </a:r>
          </a:p>
          <a:p>
            <a:r>
              <a:rPr lang="en-GB" altLang="en-US" dirty="0"/>
              <a:t>Every cycle, the CPU has a limited number of slots available</a:t>
            </a:r>
          </a:p>
          <a:p>
            <a:pPr lvl="1"/>
            <a:r>
              <a:rPr lang="en-GB" altLang="en-US" dirty="0"/>
              <a:t>Each slot either does useful work, or is wasted for a specific reason</a:t>
            </a:r>
          </a:p>
        </p:txBody>
      </p:sp>
      <p:sp>
        <p:nvSpPr>
          <p:cNvPr id="5" name="AutoShape 2" descr="Stage 2 metrics for microarchitecture exploration">
            <a:extLst>
              <a:ext uri="{FF2B5EF4-FFF2-40B4-BE49-F238E27FC236}">
                <a16:creationId xmlns:a16="http://schemas.microsoft.com/office/drawing/2014/main" id="{D0C1855F-CA2C-A54D-64FE-F583ED86B2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908F2D82-57F1-B131-6EDF-3E706A23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8301"/>
            <a:ext cx="5802490" cy="31571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40F575-A1D4-79A4-2F2B-A4325D23A2E6}"/>
              </a:ext>
            </a:extLst>
          </p:cNvPr>
          <p:cNvSpPr txBox="1">
            <a:spLocks/>
          </p:cNvSpPr>
          <p:nvPr/>
        </p:nvSpPr>
        <p:spPr>
          <a:xfrm>
            <a:off x="479426" y="4082859"/>
            <a:ext cx="10702924" cy="31389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Performance analysis asks: what happened to each slot?</a:t>
            </a:r>
          </a:p>
          <a:p>
            <a:pPr lvl="1"/>
            <a:r>
              <a:rPr lang="en-GB" altLang="en-US" dirty="0"/>
              <a:t>Did it produce useful work (Retiring)?</a:t>
            </a:r>
          </a:p>
          <a:p>
            <a:pPr lvl="1"/>
            <a:r>
              <a:rPr lang="en-GB" altLang="en-US" dirty="0"/>
              <a:t>Was the frontend too slow to supply work (Frontend Bound)?</a:t>
            </a:r>
          </a:p>
          <a:p>
            <a:pPr lvl="1"/>
            <a:r>
              <a:rPr lang="en-GB" altLang="en-US" dirty="0"/>
              <a:t>Was the backend stalled waiting for data (Backend Bound)?</a:t>
            </a:r>
          </a:p>
          <a:p>
            <a:pPr lvl="1"/>
            <a:r>
              <a:rPr lang="en-GB" altLang="en-US" dirty="0"/>
              <a:t>Was it spent on work later discarded (Bad Speculation)?</a:t>
            </a:r>
          </a:p>
          <a:p>
            <a:r>
              <a:rPr lang="en-GB" altLang="en-US" dirty="0"/>
              <a:t>These four outcomes are mutually exclusive and account for every slot</a:t>
            </a:r>
            <a:endParaRPr lang="en-US" alt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3F9F3F-2222-B91A-BB86-68BE30FD1DC8}"/>
              </a:ext>
            </a:extLst>
          </p:cNvPr>
          <p:cNvSpPr txBox="1">
            <a:spLocks/>
          </p:cNvSpPr>
          <p:nvPr/>
        </p:nvSpPr>
        <p:spPr>
          <a:xfrm>
            <a:off x="6381750" y="3667323"/>
            <a:ext cx="5230990" cy="447418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Slot Classification for Microarchitecture Analysis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F42B-89C3-8D45-BCF5-65A370D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Microarchitectural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3D1-A151-0B49-BF84-F8E44EBE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4" y="4403724"/>
            <a:ext cx="5066680" cy="702444"/>
          </a:xfrm>
        </p:spPr>
        <p:txBody>
          <a:bodyPr/>
          <a:lstStyle/>
          <a:p>
            <a:r>
              <a:rPr lang="en-US" dirty="0"/>
              <a:t>A systematic method for diagnosing CPU bottlenecks</a:t>
            </a:r>
          </a:p>
        </p:txBody>
      </p:sp>
    </p:spTree>
    <p:extLst>
      <p:ext uri="{BB962C8B-B14F-4D97-AF65-F5344CB8AC3E}">
        <p14:creationId xmlns:p14="http://schemas.microsoft.com/office/powerpoint/2010/main" val="421139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The Top-Down Method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429000"/>
            <a:ext cx="10875526" cy="2832844"/>
          </a:xfrm>
        </p:spPr>
        <p:txBody>
          <a:bodyPr>
            <a:normAutofit/>
          </a:bodyPr>
          <a:lstStyle/>
          <a:p>
            <a:r>
              <a:rPr lang="en-GB" altLang="en-US" dirty="0"/>
              <a:t>Start broad, then narrow: identify the dominant bottleneck category first</a:t>
            </a:r>
          </a:p>
          <a:p>
            <a:r>
              <a:rPr lang="en-GB" altLang="en-US" dirty="0"/>
              <a:t>Every pipeline slot is classified into one of four buckets</a:t>
            </a:r>
          </a:p>
          <a:p>
            <a:pPr lvl="1"/>
            <a:r>
              <a:rPr lang="en-GB" altLang="en-US" dirty="0"/>
              <a:t>Frontend Bound, Backend Bound, Retiring, Bad Speculation</a:t>
            </a:r>
          </a:p>
          <a:p>
            <a:r>
              <a:rPr lang="en-GB" altLang="en-US" dirty="0"/>
              <a:t>The bucket with the largest share of slots tells you where to investigate</a:t>
            </a:r>
          </a:p>
          <a:p>
            <a:pPr lvl="1"/>
            <a:r>
              <a:rPr lang="en-GB" altLang="en-US" dirty="0"/>
              <a:t>Then narrow down within that bucket to find the specific cause</a:t>
            </a:r>
          </a:p>
          <a:p>
            <a:r>
              <a:rPr lang="en-GB" altLang="en-US" dirty="0"/>
              <a:t>This avoids wasting time optimising the wrong thing</a:t>
            </a:r>
          </a:p>
          <a:p>
            <a:pPr lvl="1"/>
            <a:r>
              <a:rPr lang="en-GB" altLang="en-US" dirty="0"/>
              <a:t>Always let the data guide the diagnosis, not intuition.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B8D0D-AF76-A3F2-D121-091893CC3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78" y="1313788"/>
            <a:ext cx="8594444" cy="14626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09E27A-0B53-61FF-BE6A-92AB2F08B132}"/>
              </a:ext>
            </a:extLst>
          </p:cNvPr>
          <p:cNvSpPr txBox="1">
            <a:spLocks/>
          </p:cNvSpPr>
          <p:nvPr/>
        </p:nvSpPr>
        <p:spPr>
          <a:xfrm>
            <a:off x="3439087" y="2776415"/>
            <a:ext cx="5083497" cy="446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Arm-</a:t>
            </a:r>
            <a:r>
              <a:rPr lang="en-GB" altLang="en-US" dirty="0" err="1"/>
              <a:t>Performix</a:t>
            </a:r>
            <a:r>
              <a:rPr lang="en-GB" altLang="en-US" dirty="0"/>
              <a:t> Microarchitectural Analysis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The Four Buckets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253719"/>
            <a:ext cx="11015000" cy="3198922"/>
          </a:xfrm>
        </p:spPr>
        <p:txBody>
          <a:bodyPr>
            <a:normAutofit/>
          </a:bodyPr>
          <a:lstStyle/>
          <a:p>
            <a:r>
              <a:rPr lang="en-GB" altLang="en-US" dirty="0"/>
              <a:t>Retiring: slots used for instructions that complete and produce useful results</a:t>
            </a:r>
          </a:p>
          <a:p>
            <a:pPr lvl="1"/>
            <a:r>
              <a:rPr lang="en-GB" altLang="en-US" dirty="0"/>
              <a:t>High Retiring = the CPU is converting capacity into real work</a:t>
            </a:r>
          </a:p>
          <a:p>
            <a:r>
              <a:rPr lang="en-GB" altLang="en-US" dirty="0"/>
              <a:t>Frontend Bound: the frontend cannot supply micro-ops fast enough</a:t>
            </a:r>
          </a:p>
          <a:p>
            <a:pPr lvl="1"/>
            <a:r>
              <a:rPr lang="en-GB" altLang="en-US" dirty="0"/>
              <a:t>The backend could do more, but instructions are not arriving in time</a:t>
            </a:r>
          </a:p>
          <a:p>
            <a:r>
              <a:rPr lang="en-GB" altLang="en-US" dirty="0"/>
              <a:t>Backend Bound: micro-ops arrived but cannot complete in the backend</a:t>
            </a:r>
          </a:p>
          <a:p>
            <a:pPr lvl="1"/>
            <a:r>
              <a:rPr lang="en-GB" altLang="en-US" dirty="0"/>
              <a:t>Usually waiting on data (cache misses) or busy execution units</a:t>
            </a:r>
          </a:p>
          <a:p>
            <a:r>
              <a:rPr lang="en-GB" altLang="en-US" dirty="0"/>
              <a:t>Bad Speculation: slots wasted on work that gets discarded</a:t>
            </a:r>
          </a:p>
          <a:p>
            <a:pPr lvl="1"/>
            <a:r>
              <a:rPr lang="en-GB" altLang="en-US" dirty="0"/>
              <a:t>Commonly caused by branch mispredictions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15E97-E7B3-982A-367A-54AF469E1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78" y="1313788"/>
            <a:ext cx="8594444" cy="14626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28C706-3A20-8E3F-1526-64C1716EDA3E}"/>
              </a:ext>
            </a:extLst>
          </p:cNvPr>
          <p:cNvSpPr txBox="1">
            <a:spLocks/>
          </p:cNvSpPr>
          <p:nvPr/>
        </p:nvSpPr>
        <p:spPr>
          <a:xfrm>
            <a:off x="3439087" y="2776415"/>
            <a:ext cx="5083497" cy="446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Arm-</a:t>
            </a:r>
            <a:r>
              <a:rPr lang="en-GB" altLang="en-US" dirty="0" err="1"/>
              <a:t>Performix</a:t>
            </a:r>
            <a:r>
              <a:rPr lang="en-GB" altLang="en-US" dirty="0"/>
              <a:t> Microarchitectural Analysis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Frontend Bound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426178"/>
            <a:ext cx="11233150" cy="2704599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The frontend is the part of the CPU that fetches and decodes instructions</a:t>
            </a:r>
          </a:p>
          <a:p>
            <a:pPr lvl="1"/>
            <a:r>
              <a:rPr lang="en-GB" altLang="en-US" dirty="0"/>
              <a:t>It feeds the backend with a stream of micro-ops to execute</a:t>
            </a:r>
          </a:p>
          <a:p>
            <a:r>
              <a:rPr lang="en-GB" altLang="en-US" dirty="0"/>
              <a:t>Frontend Bound means the instruction supply is the bottleneck</a:t>
            </a:r>
          </a:p>
          <a:p>
            <a:r>
              <a:rPr lang="en-GB" altLang="en-US" dirty="0"/>
              <a:t>Common causes of frontend stalls:</a:t>
            </a:r>
          </a:p>
          <a:p>
            <a:pPr lvl="1"/>
            <a:r>
              <a:rPr lang="en-GB" altLang="en-US" dirty="0"/>
              <a:t>Instruction cache (I-cache) misses: code not in cache, must fetch from slower memory</a:t>
            </a:r>
          </a:p>
          <a:p>
            <a:pPr lvl="1"/>
            <a:r>
              <a:rPr lang="en-GB" altLang="en-US" dirty="0"/>
              <a:t>ITLB misses: virtual-to-physical address translation delays</a:t>
            </a:r>
          </a:p>
          <a:p>
            <a:pPr lvl="1"/>
            <a:r>
              <a:rPr lang="en-GB" altLang="en-US" dirty="0"/>
              <a:t>Complex or long instructions that take extra decode cycles</a:t>
            </a:r>
          </a:p>
          <a:p>
            <a:pPr lvl="1"/>
            <a:r>
              <a:rPr lang="en-GB" altLang="en-US" dirty="0"/>
              <a:t>Poor code layout causing frequent jumps across cache lines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3D4A2712-59D3-EF12-9BA5-B9EA2F9D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47824"/>
            <a:ext cx="7772400" cy="115872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8C5040-C7F6-138E-5217-9238388EAB95}"/>
              </a:ext>
            </a:extLst>
          </p:cNvPr>
          <p:cNvSpPr txBox="1">
            <a:spLocks/>
          </p:cNvSpPr>
          <p:nvPr/>
        </p:nvSpPr>
        <p:spPr>
          <a:xfrm>
            <a:off x="3293740" y="2698110"/>
            <a:ext cx="5604519" cy="446412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Front-end and Back-end division in an Arm “big” CPU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Backend Bound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89" y="4285110"/>
            <a:ext cx="11024525" cy="1905625"/>
          </a:xfrm>
        </p:spPr>
        <p:txBody>
          <a:bodyPr>
            <a:normAutofit/>
          </a:bodyPr>
          <a:lstStyle/>
          <a:p>
            <a:r>
              <a:rPr lang="en-GB" altLang="en-US" dirty="0"/>
              <a:t>Memory Bound is the most common backend bottleneck</a:t>
            </a:r>
          </a:p>
          <a:p>
            <a:pPr lvl="1"/>
            <a:r>
              <a:rPr lang="en-GB" altLang="en-US" dirty="0"/>
              <a:t>Data not in L1 cache forces the CPU to wait for L2, LLC, or DRAM</a:t>
            </a:r>
          </a:p>
          <a:p>
            <a:pPr lvl="1"/>
            <a:r>
              <a:rPr lang="en-GB" altLang="en-US" dirty="0"/>
              <a:t>Each level is progressively slower: L1 ~4 cycles, L2 ~12 cycles, DRAM ~100+ cycles</a:t>
            </a:r>
          </a:p>
          <a:p>
            <a:r>
              <a:rPr lang="en-GB" altLang="en-US" dirty="0"/>
              <a:t>Core Bound occurs when execution units are oversubscribed</a:t>
            </a:r>
          </a:p>
          <a:p>
            <a:pPr lvl="1"/>
            <a:r>
              <a:rPr lang="en-GB" altLang="en-US" dirty="0"/>
              <a:t>Too many instructions competing for the same functional unit</a:t>
            </a:r>
            <a:endParaRPr lang="en-US" alt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8B3523-1EE3-9973-B8B0-02FEF17A5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0666481"/>
              </p:ext>
            </p:extLst>
          </p:nvPr>
        </p:nvGraphicFramePr>
        <p:xfrm>
          <a:off x="7174651" y="283187"/>
          <a:ext cx="4305081" cy="361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3EB747-4623-8B45-22B3-C69FCFE8F09E}"/>
              </a:ext>
            </a:extLst>
          </p:cNvPr>
          <p:cNvSpPr txBox="1">
            <a:spLocks/>
          </p:cNvSpPr>
          <p:nvPr/>
        </p:nvSpPr>
        <p:spPr>
          <a:xfrm>
            <a:off x="337389" y="1389145"/>
            <a:ext cx="5476389" cy="361557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The backend executes micro-ops and accesses data from memory</a:t>
            </a:r>
          </a:p>
          <a:p>
            <a:r>
              <a:rPr lang="en-GB" altLang="en-US" dirty="0"/>
              <a:t>Backend Bound splits into two sub-categories:</a:t>
            </a:r>
          </a:p>
          <a:p>
            <a:pPr lvl="1"/>
            <a:r>
              <a:rPr lang="en-GB" altLang="en-US" dirty="0"/>
              <a:t>Memory Bound: stalls caused by waiting for data from the memory hierarchy</a:t>
            </a:r>
          </a:p>
          <a:p>
            <a:pPr lvl="1"/>
            <a:r>
              <a:rPr lang="en-GB" altLang="en-US" dirty="0"/>
              <a:t>Core Bound: stalls caused by insufficient execution unit throughput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Retiring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4473826"/>
            <a:ext cx="10741731" cy="1739965"/>
          </a:xfrm>
        </p:spPr>
        <p:txBody>
          <a:bodyPr>
            <a:normAutofit/>
          </a:bodyPr>
          <a:lstStyle/>
          <a:p>
            <a:endParaRPr lang="en-GB" altLang="en-US" dirty="0"/>
          </a:p>
          <a:p>
            <a:r>
              <a:rPr lang="en-GB" altLang="en-US" dirty="0"/>
              <a:t>High Retiring with 0% SIMD means the CPU is busy but potentially inefficient</a:t>
            </a:r>
          </a:p>
          <a:p>
            <a:pPr lvl="1"/>
            <a:r>
              <a:rPr lang="en-GB" altLang="en-US" dirty="0"/>
              <a:t>Each instruction processes only one element instead of a vector</a:t>
            </a:r>
            <a:endParaRPr lang="en-US" altLang="en-US" dirty="0"/>
          </a:p>
        </p:txBody>
      </p:sp>
      <p:pic>
        <p:nvPicPr>
          <p:cNvPr id="2050" name="Picture 2">
            <a:hlinkClick r:id="rId2"/>
            <a:extLst>
              <a:ext uri="{FF2B5EF4-FFF2-40B4-BE49-F238E27FC236}">
                <a16:creationId xmlns:a16="http://schemas.microsoft.com/office/drawing/2014/main" id="{6DF35E4C-65DD-75A2-F9A4-C5677E7D0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084" y="478301"/>
            <a:ext cx="4425245" cy="369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A11F-AB5A-BA21-27F5-3497B4FAEC09}"/>
              </a:ext>
            </a:extLst>
          </p:cNvPr>
          <p:cNvSpPr txBox="1">
            <a:spLocks/>
          </p:cNvSpPr>
          <p:nvPr/>
        </p:nvSpPr>
        <p:spPr>
          <a:xfrm>
            <a:off x="479425" y="1441287"/>
            <a:ext cx="6463242" cy="35942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Retiring represents slots where instructions completed successfully</a:t>
            </a:r>
          </a:p>
          <a:p>
            <a:pPr lvl="1"/>
            <a:r>
              <a:rPr lang="en-GB" altLang="en-US" dirty="0"/>
              <a:t>High Retiring is good, but you can improve the type of work being done.</a:t>
            </a:r>
          </a:p>
          <a:p>
            <a:r>
              <a:rPr lang="en-GB" altLang="en-US" dirty="0"/>
              <a:t>What type of instructions are retiring ? </a:t>
            </a:r>
          </a:p>
          <a:p>
            <a:pPr lvl="1"/>
            <a:r>
              <a:rPr lang="en-GB" altLang="en-US" dirty="0"/>
              <a:t>Integer operations (address calculations, loop counters)</a:t>
            </a:r>
          </a:p>
          <a:p>
            <a:pPr lvl="1"/>
            <a:r>
              <a:rPr lang="en-GB" altLang="en-US" dirty="0"/>
              <a:t>Scalar floating-point (one value at a time)</a:t>
            </a:r>
          </a:p>
          <a:p>
            <a:pPr lvl="1"/>
            <a:r>
              <a:rPr lang="en-GB" altLang="en-US" dirty="0"/>
              <a:t>SIMD / NEON (4 floats per instruction on Arm)</a:t>
            </a:r>
          </a:p>
          <a:p>
            <a:pPr lvl="1"/>
            <a:r>
              <a:rPr lang="en-GB" altLang="en-US" dirty="0"/>
              <a:t>SVE (up to 8 floats per instruction on Graviton3)</a:t>
            </a:r>
          </a:p>
          <a:p>
            <a:pPr lvl="1"/>
            <a:r>
              <a:rPr lang="en-GB" altLang="en-US" dirty="0"/>
              <a:t>Load and Store operations</a:t>
            </a:r>
          </a:p>
          <a:p>
            <a:endParaRPr lang="en-GB" altLang="en-US" dirty="0"/>
          </a:p>
          <a:p>
            <a:endParaRPr lang="en-GB" altLang="en-US" dirty="0"/>
          </a:p>
          <a:p>
            <a:pPr marL="506095" lvl="1" indent="0">
              <a:buNone/>
            </a:pPr>
            <a:endParaRPr lang="en-GB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C553CA-FDD7-D6FB-762D-214C9B4B767A}"/>
              </a:ext>
            </a:extLst>
          </p:cNvPr>
          <p:cNvSpPr txBox="1">
            <a:spLocks/>
          </p:cNvSpPr>
          <p:nvPr/>
        </p:nvSpPr>
        <p:spPr>
          <a:xfrm>
            <a:off x="7191084" y="4173308"/>
            <a:ext cx="4521491" cy="6547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Cortex-A72 Microarchitecture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Bad Speculation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37" y="4754644"/>
            <a:ext cx="10663985" cy="1657315"/>
          </a:xfrm>
        </p:spPr>
        <p:txBody>
          <a:bodyPr>
            <a:normAutofit/>
          </a:bodyPr>
          <a:lstStyle/>
          <a:p>
            <a:r>
              <a:rPr lang="en-GB" altLang="en-US" dirty="0"/>
              <a:t>Modern CPUs predict branches correctly over 95% of the time</a:t>
            </a:r>
          </a:p>
          <a:p>
            <a:pPr lvl="1"/>
            <a:r>
              <a:rPr lang="en-GB" altLang="en-US" dirty="0"/>
              <a:t>But in tight loops, even a small misprediction rate adds up</a:t>
            </a:r>
          </a:p>
          <a:p>
            <a:r>
              <a:rPr lang="en-GB" altLang="en-US" dirty="0"/>
              <a:t>Bad Speculation is usually a small fraction of total slots</a:t>
            </a:r>
          </a:p>
          <a:p>
            <a:pPr lvl="1"/>
            <a:r>
              <a:rPr lang="en-GB" altLang="en-US" dirty="0"/>
              <a:t>If it is large, look at branch-heavy code with unpredictable patterns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3ED49-25A9-3289-6AAE-C4D29140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63" y="918568"/>
            <a:ext cx="5074712" cy="294636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F73A1-39E9-1911-2D7F-52EC7C7144C7}"/>
              </a:ext>
            </a:extLst>
          </p:cNvPr>
          <p:cNvSpPr txBox="1">
            <a:spLocks/>
          </p:cNvSpPr>
          <p:nvPr/>
        </p:nvSpPr>
        <p:spPr>
          <a:xfrm>
            <a:off x="489437" y="1440011"/>
            <a:ext cx="5606563" cy="3314633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Bad Speculation counts slots wasted on instructions that were discarded</a:t>
            </a:r>
          </a:p>
          <a:p>
            <a:r>
              <a:rPr lang="en-GB" altLang="en-US" dirty="0"/>
              <a:t>The primary cause is branch misprediction:</a:t>
            </a:r>
          </a:p>
          <a:p>
            <a:pPr lvl="1"/>
            <a:r>
              <a:rPr lang="en-GB" altLang="en-US" dirty="0"/>
              <a:t>The CPU predicts which way a branch will go before knowing the answer</a:t>
            </a:r>
          </a:p>
          <a:p>
            <a:pPr lvl="1"/>
            <a:r>
              <a:rPr lang="en-GB" altLang="en-US" dirty="0"/>
              <a:t>If the prediction is wrong, all speculative work is thrown away</a:t>
            </a:r>
          </a:p>
          <a:p>
            <a:pPr lvl="1"/>
            <a:r>
              <a:rPr lang="en-GB" altLang="en-US" dirty="0"/>
              <a:t>The pipeline must be flushed and restarted from the correct path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2CCC18-C05D-53BF-CD94-F29227762644}"/>
              </a:ext>
            </a:extLst>
          </p:cNvPr>
          <p:cNvSpPr txBox="1">
            <a:spLocks/>
          </p:cNvSpPr>
          <p:nvPr/>
        </p:nvSpPr>
        <p:spPr>
          <a:xfrm>
            <a:off x="6993495" y="3864931"/>
            <a:ext cx="4521491" cy="6547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/>
              <a:t>Difficult Speculative Execution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The Narrowing Hierarchy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371" y="1381665"/>
            <a:ext cx="5843629" cy="5012043"/>
          </a:xfrm>
        </p:spPr>
        <p:txBody>
          <a:bodyPr>
            <a:normAutofit fontScale="85000" lnSpcReduction="10000"/>
          </a:bodyPr>
          <a:lstStyle/>
          <a:p>
            <a:r>
              <a:rPr lang="en-GB" altLang="en-US" dirty="0"/>
              <a:t>Top-down analysis works by progressively narrowing the diagnosis</a:t>
            </a:r>
          </a:p>
          <a:p>
            <a:r>
              <a:rPr lang="en-GB" altLang="en-US" dirty="0"/>
              <a:t>Level 1: Which of the four buckets dominates?</a:t>
            </a:r>
          </a:p>
          <a:p>
            <a:pPr lvl="1"/>
            <a:r>
              <a:rPr lang="en-GB" altLang="en-US" dirty="0"/>
              <a:t>Frontend Bound, Backend Bound, Retiring, or Bad Speculation</a:t>
            </a:r>
          </a:p>
          <a:p>
            <a:r>
              <a:rPr lang="en-GB" altLang="en-US" dirty="0"/>
              <a:t>Level 2: What is the sub-category within that bucket?</a:t>
            </a:r>
          </a:p>
          <a:p>
            <a:pPr lvl="1"/>
            <a:r>
              <a:rPr lang="en-GB" altLang="en-US" dirty="0"/>
              <a:t>Backend Bound narrows to Memory Bound or Core Bound</a:t>
            </a:r>
          </a:p>
          <a:p>
            <a:pPr lvl="1"/>
            <a:r>
              <a:rPr lang="en-GB" altLang="en-US" dirty="0"/>
              <a:t>Memory Bound narrows to L1, L2, LLC, or DRAM</a:t>
            </a:r>
          </a:p>
          <a:p>
            <a:pPr lvl="1"/>
            <a:r>
              <a:rPr lang="en-GB" altLang="en-US" dirty="0"/>
              <a:t>Retiring narrows to the instruction mix (scalar vs SIMD)</a:t>
            </a:r>
          </a:p>
          <a:p>
            <a:r>
              <a:rPr lang="en-GB" altLang="en-US" dirty="0"/>
              <a:t>Level 3: Connect the specific metric to the software</a:t>
            </a:r>
          </a:p>
          <a:p>
            <a:pPr lvl="1"/>
            <a:r>
              <a:rPr lang="en-GB" altLang="en-US" dirty="0"/>
              <a:t>High L1D miss rate with strided access pattern? Restructure data layout</a:t>
            </a:r>
          </a:p>
          <a:p>
            <a:pPr lvl="1"/>
            <a:r>
              <a:rPr lang="en-GB" altLang="en-US" dirty="0"/>
              <a:t>High Retiring but 0% SIMD? Vectorise the hot loop or enable compiler optimisations.</a:t>
            </a:r>
          </a:p>
          <a:p>
            <a:r>
              <a:rPr lang="en-GB" altLang="en-US" dirty="0"/>
              <a:t>Each level makes the diagnosis more precise and actionable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7462A-5895-9C5C-2716-F2380A86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33" y="931333"/>
            <a:ext cx="5292342" cy="900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EFE716-7EF6-B8EF-2850-70B6FD26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023" b="18809"/>
          <a:stretch>
            <a:fillRect/>
          </a:stretch>
        </p:blipFill>
        <p:spPr>
          <a:xfrm>
            <a:off x="6420233" y="3533646"/>
            <a:ext cx="5519396" cy="2288949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EA643558-EF27-407F-77DC-CE1EFAA4FDCC}"/>
              </a:ext>
            </a:extLst>
          </p:cNvPr>
          <p:cNvSpPr/>
          <p:nvPr/>
        </p:nvSpPr>
        <p:spPr>
          <a:xfrm>
            <a:off x="8873066" y="2190385"/>
            <a:ext cx="451557" cy="1196177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A0CC8E-1DE3-2744-E1D4-E2AD72ED303C}"/>
              </a:ext>
            </a:extLst>
          </p:cNvPr>
          <p:cNvSpPr txBox="1">
            <a:spLocks/>
          </p:cNvSpPr>
          <p:nvPr/>
        </p:nvSpPr>
        <p:spPr>
          <a:xfrm>
            <a:off x="8873066" y="2386717"/>
            <a:ext cx="2314222" cy="592209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 algn="ctr">
              <a:buNone/>
            </a:pPr>
            <a:r>
              <a:rPr lang="en-GB" altLang="en-US" dirty="0"/>
              <a:t>Backend-bound Analysis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F42B-89C3-8D45-BCF5-65A370D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 and Caches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3D1-A151-0B49-BF84-F8E44EBE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4" y="4403724"/>
            <a:ext cx="5066680" cy="702444"/>
          </a:xfrm>
        </p:spPr>
        <p:txBody>
          <a:bodyPr/>
          <a:lstStyle/>
          <a:p>
            <a:r>
              <a:rPr lang="en-US" dirty="0"/>
              <a:t>How data movement dominates modern CPU performance</a:t>
            </a:r>
          </a:p>
        </p:txBody>
      </p:sp>
    </p:spTree>
    <p:extLst>
      <p:ext uri="{BB962C8B-B14F-4D97-AF65-F5344CB8AC3E}">
        <p14:creationId xmlns:p14="http://schemas.microsoft.com/office/powerpoint/2010/main" val="421139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37" y="332416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The Memory Hierarchy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37" y="1281421"/>
            <a:ext cx="6024252" cy="5098278"/>
          </a:xfrm>
        </p:spPr>
        <p:txBody>
          <a:bodyPr>
            <a:normAutofit/>
          </a:bodyPr>
          <a:lstStyle/>
          <a:p>
            <a:r>
              <a:rPr lang="en-GB" altLang="en-US" dirty="0"/>
              <a:t>CPUs access data through a hierarchy of progressively larger, slower storage</a:t>
            </a:r>
          </a:p>
          <a:p>
            <a:pPr lvl="1"/>
            <a:r>
              <a:rPr lang="en-GB" altLang="en-US" dirty="0"/>
              <a:t>Registers: fastest storage, inside the CPU core</a:t>
            </a:r>
          </a:p>
          <a:p>
            <a:pPr lvl="2"/>
            <a:r>
              <a:rPr lang="en-GB" altLang="en-US" dirty="0"/>
              <a:t>Access time: ~1 cycle, size: a few KB</a:t>
            </a:r>
          </a:p>
          <a:p>
            <a:pPr lvl="1"/>
            <a:r>
              <a:rPr lang="en-GB" altLang="en-US" dirty="0"/>
              <a:t>L1 Cache: small and fast, closest cache to the core</a:t>
            </a:r>
          </a:p>
          <a:p>
            <a:pPr lvl="2"/>
            <a:r>
              <a:rPr lang="en-GB" altLang="en-US" dirty="0"/>
              <a:t>Access time: ~4 cycles, size: 32-64 KB per core</a:t>
            </a:r>
          </a:p>
          <a:p>
            <a:pPr lvl="1"/>
            <a:r>
              <a:rPr lang="en-GB" altLang="en-US" dirty="0"/>
              <a:t>L2 Cache: larger, shared or per-core depending on design</a:t>
            </a:r>
          </a:p>
          <a:p>
            <a:pPr lvl="2"/>
            <a:r>
              <a:rPr lang="en-GB" altLang="en-US" dirty="0"/>
              <a:t>Access time: ~12 cycles, size: 256 KB - 1 MB per core</a:t>
            </a:r>
          </a:p>
          <a:p>
            <a:pPr lvl="1"/>
            <a:r>
              <a:rPr lang="en-GB" altLang="en-US" dirty="0"/>
              <a:t>Last-Level Cache (LLC / L3): shared across cores</a:t>
            </a:r>
          </a:p>
          <a:p>
            <a:pPr lvl="2"/>
            <a:r>
              <a:rPr lang="en-GB" altLang="en-US" dirty="0"/>
              <a:t>Access time: ~40 cycles, size: 32-64 MB</a:t>
            </a:r>
          </a:p>
          <a:p>
            <a:pPr lvl="1"/>
            <a:r>
              <a:rPr lang="en-GB" altLang="en-US" dirty="0"/>
              <a:t>DRAM (Main Memory): large but slow</a:t>
            </a:r>
          </a:p>
          <a:p>
            <a:pPr lvl="2"/>
            <a:r>
              <a:rPr lang="en-GB" altLang="en-US" dirty="0"/>
              <a:t>Access time: ~100+ cycles, size: GBs</a:t>
            </a:r>
          </a:p>
          <a:p>
            <a:r>
              <a:rPr lang="en-GB" altLang="en-US" dirty="0"/>
              <a:t>Performance depends on keeping frequently used data close to the core</a:t>
            </a:r>
            <a:endParaRPr lang="en-US" alt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C30DC2-9BF6-10A3-9DCE-55375E1BE6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482518"/>
              </p:ext>
            </p:extLst>
          </p:nvPr>
        </p:nvGraphicFramePr>
        <p:xfrm>
          <a:off x="7074118" y="1589045"/>
          <a:ext cx="3785793" cy="3404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own Arrow 3">
            <a:extLst>
              <a:ext uri="{FF2B5EF4-FFF2-40B4-BE49-F238E27FC236}">
                <a16:creationId xmlns:a16="http://schemas.microsoft.com/office/drawing/2014/main" id="{287D0ED3-678E-B938-108E-5300E0C94526}"/>
              </a:ext>
            </a:extLst>
          </p:cNvPr>
          <p:cNvSpPr/>
          <p:nvPr/>
        </p:nvSpPr>
        <p:spPr>
          <a:xfrm>
            <a:off x="10976436" y="1851377"/>
            <a:ext cx="225778" cy="314261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CCD19EFE-8743-1DC7-BA0E-72FD14C2D4E8}"/>
              </a:ext>
            </a:extLst>
          </p:cNvPr>
          <p:cNvSpPr/>
          <p:nvPr/>
        </p:nvSpPr>
        <p:spPr>
          <a:xfrm rot="10800000">
            <a:off x="6618926" y="1851377"/>
            <a:ext cx="225778" cy="314261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A6D944-31E4-0D0C-679C-4308D7C6091F}"/>
              </a:ext>
            </a:extLst>
          </p:cNvPr>
          <p:cNvSpPr txBox="1">
            <a:spLocks/>
          </p:cNvSpPr>
          <p:nvPr/>
        </p:nvSpPr>
        <p:spPr>
          <a:xfrm>
            <a:off x="5871851" y="1861185"/>
            <a:ext cx="2427111" cy="6547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 algn="ctr">
              <a:buNone/>
            </a:pPr>
            <a:r>
              <a:rPr lang="en-GB" altLang="en-US" dirty="0"/>
              <a:t>Faster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220694-5ADD-5EDA-F955-D9A90029057C}"/>
              </a:ext>
            </a:extLst>
          </p:cNvPr>
          <p:cNvSpPr txBox="1">
            <a:spLocks/>
          </p:cNvSpPr>
          <p:nvPr/>
        </p:nvSpPr>
        <p:spPr>
          <a:xfrm>
            <a:off x="10193867" y="4553590"/>
            <a:ext cx="2314222" cy="5922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 algn="ctr">
              <a:buNone/>
            </a:pPr>
            <a:r>
              <a:rPr lang="en-GB" altLang="en-US" dirty="0"/>
              <a:t>Larger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Cache Lines and Spatial Locality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94" y="1773452"/>
            <a:ext cx="6114564" cy="2693744"/>
          </a:xfrm>
        </p:spPr>
        <p:txBody>
          <a:bodyPr>
            <a:normAutofit/>
          </a:bodyPr>
          <a:lstStyle/>
          <a:p>
            <a:r>
              <a:rPr lang="en-GB" altLang="en-US" dirty="0"/>
              <a:t>The cache does not move individual bytes -- it moves cache lines</a:t>
            </a:r>
          </a:p>
          <a:p>
            <a:r>
              <a:rPr lang="en-GB" altLang="en-US" dirty="0"/>
              <a:t>Spatial locality: if you access one byte, the whole 64-byte line is loaded</a:t>
            </a:r>
          </a:p>
          <a:p>
            <a:pPr lvl="1"/>
            <a:r>
              <a:rPr lang="en-GB" altLang="en-US" dirty="0"/>
              <a:t>Accessing neighbouring data is effectively free once the line is in cache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175098-BBB8-7E0E-BCB8-0DD7EC2D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13" y="285311"/>
            <a:ext cx="5286887" cy="351796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D6857D-1B6B-6ACF-1552-E0380EBAF706}"/>
              </a:ext>
            </a:extLst>
          </p:cNvPr>
          <p:cNvSpPr txBox="1">
            <a:spLocks/>
          </p:cNvSpPr>
          <p:nvPr/>
        </p:nvSpPr>
        <p:spPr>
          <a:xfrm>
            <a:off x="319494" y="4102897"/>
            <a:ext cx="11233150" cy="238343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Temporal locality: data accessed recently is likely still in cache</a:t>
            </a:r>
          </a:p>
          <a:p>
            <a:pPr lvl="1"/>
            <a:r>
              <a:rPr lang="en-GB" altLang="en-US" dirty="0"/>
              <a:t>Reusing data before it gets evicted avoids expensive </a:t>
            </a:r>
            <a:r>
              <a:rPr lang="en-GB" altLang="en-US" dirty="0" err="1"/>
              <a:t>refetches</a:t>
            </a:r>
            <a:endParaRPr lang="en-GB" altLang="en-US" dirty="0"/>
          </a:p>
          <a:p>
            <a:r>
              <a:rPr lang="en-GB" altLang="en-US" dirty="0" err="1"/>
              <a:t>Strided</a:t>
            </a:r>
            <a:r>
              <a:rPr lang="en-GB" altLang="en-US" dirty="0"/>
              <a:t> access patterns defeat spatial locality:</a:t>
            </a:r>
          </a:p>
          <a:p>
            <a:pPr lvl="1"/>
            <a:r>
              <a:rPr lang="en-GB" altLang="en-US" dirty="0"/>
              <a:t>Jumping by N elements per iteration wastes most of each loaded cache line</a:t>
            </a:r>
          </a:p>
          <a:p>
            <a:pPr lvl="1"/>
            <a:r>
              <a:rPr lang="en-GB" altLang="en-US" dirty="0"/>
              <a:t>Only a fraction of each line is used before it is evicted = inefficient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Measuring Cache Performance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539590"/>
            <a:ext cx="6803185" cy="4556410"/>
          </a:xfrm>
        </p:spPr>
        <p:txBody>
          <a:bodyPr>
            <a:normAutofit/>
          </a:bodyPr>
          <a:lstStyle/>
          <a:p>
            <a:r>
              <a:rPr lang="en-GB" altLang="en-US" dirty="0"/>
              <a:t>MPKI: Misses Per Kilo-Instruction</a:t>
            </a:r>
          </a:p>
          <a:p>
            <a:pPr lvl="1"/>
            <a:r>
              <a:rPr lang="en-GB" altLang="en-US" dirty="0"/>
              <a:t>How many cache misses occur per 1,000 instructions executed</a:t>
            </a:r>
          </a:p>
          <a:p>
            <a:pPr lvl="1"/>
            <a:r>
              <a:rPr lang="en-GB" altLang="en-US" dirty="0"/>
              <a:t>Measured at each level: L1D MPKI, L2 MPKI, LLC MPKI</a:t>
            </a:r>
          </a:p>
          <a:p>
            <a:r>
              <a:rPr lang="en-GB" altLang="en-US" dirty="0"/>
              <a:t>Miss Ratio: the fraction of accesses that miss at a given cache level</a:t>
            </a:r>
          </a:p>
          <a:p>
            <a:pPr lvl="1"/>
            <a:r>
              <a:rPr lang="en-GB" altLang="en-US" dirty="0"/>
              <a:t>L1D miss ratio of 50% means half of all data accesses miss in L1</a:t>
            </a:r>
          </a:p>
          <a:p>
            <a:r>
              <a:rPr lang="en-GB" altLang="en-US" dirty="0"/>
              <a:t>Average Load Latency: how long loads take on average</a:t>
            </a:r>
          </a:p>
          <a:p>
            <a:pPr lvl="1"/>
            <a:r>
              <a:rPr lang="en-GB" altLang="en-US" dirty="0"/>
              <a:t>Includes hits and misses -- high values indicate poor cache behaviour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2449F-FA8C-E60A-B5FF-215AFBB6C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576" b="18809"/>
          <a:stretch>
            <a:fillRect/>
          </a:stretch>
        </p:blipFill>
        <p:spPr>
          <a:xfrm>
            <a:off x="7723432" y="805681"/>
            <a:ext cx="3307644" cy="2791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1828B6-1653-5BF1-BB3F-E6EF9CA5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04" y="3924249"/>
            <a:ext cx="17907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Cache Line Utilisation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25" y="1449278"/>
            <a:ext cx="6709188" cy="5100000"/>
          </a:xfrm>
        </p:spPr>
        <p:txBody>
          <a:bodyPr>
            <a:normAutofit/>
          </a:bodyPr>
          <a:lstStyle/>
          <a:p>
            <a:r>
              <a:rPr lang="en-GB" altLang="en-US" dirty="0"/>
              <a:t>Cache line utilisation = bytes actually used / bytes loaded</a:t>
            </a:r>
          </a:p>
          <a:p>
            <a:pPr lvl="1"/>
            <a:r>
              <a:rPr lang="en-GB" altLang="en-US" dirty="0"/>
              <a:t>100% means every byte in the loaded line contributes to the computation</a:t>
            </a:r>
          </a:p>
          <a:p>
            <a:r>
              <a:rPr lang="en-GB" altLang="en-US" dirty="0"/>
              <a:t>Low utilisation wastes memory bandwidth and cache capacity</a:t>
            </a:r>
          </a:p>
          <a:p>
            <a:pPr lvl="1"/>
            <a:r>
              <a:rPr lang="en-GB" altLang="en-US" dirty="0"/>
              <a:t>Unused bytes displace useful data from the cache</a:t>
            </a:r>
          </a:p>
          <a:p>
            <a:pPr lvl="1"/>
            <a:r>
              <a:rPr lang="en-GB" altLang="en-US" dirty="0"/>
              <a:t>The hardware prefetcher works harder for no additional benefit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83E12-7006-D7E3-CFB0-818125046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13" y="396522"/>
            <a:ext cx="5286887" cy="351796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265277-C8F2-4DB3-D5A8-BB81717B93D4}"/>
              </a:ext>
            </a:extLst>
          </p:cNvPr>
          <p:cNvSpPr txBox="1">
            <a:spLocks/>
          </p:cNvSpPr>
          <p:nvPr/>
        </p:nvSpPr>
        <p:spPr>
          <a:xfrm>
            <a:off x="195925" y="4614527"/>
            <a:ext cx="13499857" cy="2148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Strategies to improve cache line utilisation:</a:t>
            </a:r>
          </a:p>
          <a:p>
            <a:pPr lvl="1"/>
            <a:r>
              <a:rPr lang="en-GB" altLang="en-US" dirty="0"/>
              <a:t>Restructure data layout (</a:t>
            </a:r>
            <a:r>
              <a:rPr lang="en-GB" altLang="en-US" dirty="0" err="1"/>
              <a:t>AoS</a:t>
            </a:r>
            <a:r>
              <a:rPr lang="en-GB" altLang="en-US" dirty="0"/>
              <a:t> to </a:t>
            </a:r>
            <a:r>
              <a:rPr lang="en-GB" altLang="en-US" dirty="0" err="1"/>
              <a:t>SoA</a:t>
            </a:r>
            <a:r>
              <a:rPr lang="en-GB" altLang="en-US" dirty="0"/>
              <a:t>) to separate hot and cold fields</a:t>
            </a:r>
          </a:p>
          <a:p>
            <a:pPr lvl="1"/>
            <a:r>
              <a:rPr lang="en-GB" altLang="en-US" dirty="0"/>
              <a:t>Tile loops so the working set fits in L1 or L2 cache</a:t>
            </a:r>
          </a:p>
          <a:p>
            <a:pPr lvl="1"/>
            <a:r>
              <a:rPr lang="en-GB" altLang="en-US" dirty="0"/>
              <a:t>Reorder loop nests to access data sequentially</a:t>
            </a:r>
          </a:p>
          <a:p>
            <a:pPr lvl="1"/>
            <a:r>
              <a:rPr lang="en-GB" alt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Source Code Memory Optimisations: AoS vs SoA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325100"/>
            <a:ext cx="6679007" cy="4601566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Some, data layouts are more cache friendly than others</a:t>
            </a:r>
          </a:p>
          <a:p>
            <a:r>
              <a:rPr lang="en-GB" altLang="en-US" dirty="0"/>
              <a:t>Array of Structures (AoS): one struct per element, all fields together</a:t>
            </a:r>
          </a:p>
          <a:p>
            <a:pPr lvl="1"/>
            <a:r>
              <a:rPr lang="en-GB" altLang="en-US" dirty="0"/>
              <a:t>struct Particle { float x, y, z, vx, vy, vz, mass, ... };</a:t>
            </a:r>
          </a:p>
          <a:p>
            <a:pPr lvl="1"/>
            <a:r>
              <a:rPr lang="en-GB" altLang="en-US" dirty="0"/>
              <a:t>Each struct may fill an entire cache line (64 bytes)</a:t>
            </a:r>
          </a:p>
          <a:p>
            <a:r>
              <a:rPr lang="en-GB" altLang="en-US" dirty="0"/>
              <a:t>Problem: if the hot loop only uses a few fields, most of each line is wasted</a:t>
            </a:r>
          </a:p>
          <a:p>
            <a:pPr lvl="1"/>
            <a:r>
              <a:rPr lang="en-GB" altLang="en-US" dirty="0"/>
              <a:t>Using 24 bytes out of 64 = 37.5% cache line utilisation</a:t>
            </a:r>
          </a:p>
          <a:p>
            <a:r>
              <a:rPr lang="en-GB" altLang="en-US" dirty="0"/>
              <a:t>Structure of Arrays (SoA): one array per field, all values contiguous</a:t>
            </a:r>
          </a:p>
          <a:p>
            <a:pPr lvl="1"/>
            <a:r>
              <a:rPr lang="en-GB" altLang="en-US" dirty="0"/>
              <a:t>float x[N]; float y[N]; float z[N]; float vx[N]; ...</a:t>
            </a:r>
          </a:p>
          <a:p>
            <a:pPr lvl="1"/>
            <a:r>
              <a:rPr lang="en-GB" altLang="en-US" dirty="0"/>
              <a:t>Every byte in each cache line is useful data for the hot loop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1568E-2866-289C-B5F7-53A192AA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444" y="1325100"/>
            <a:ext cx="4789311" cy="369653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FBF66F-C885-15EA-A890-9888CA7F671B}"/>
              </a:ext>
            </a:extLst>
          </p:cNvPr>
          <p:cNvSpPr txBox="1">
            <a:spLocks/>
          </p:cNvSpPr>
          <p:nvPr/>
        </p:nvSpPr>
        <p:spPr>
          <a:xfrm>
            <a:off x="8099806" y="5213678"/>
            <a:ext cx="4521491" cy="6547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095" lvl="1" indent="0">
              <a:buNone/>
            </a:pPr>
            <a:r>
              <a:rPr lang="en-GB" altLang="en-US" dirty="0" err="1"/>
              <a:t>AoS</a:t>
            </a:r>
            <a:r>
              <a:rPr lang="en-GB" altLang="en-US" dirty="0"/>
              <a:t> vs </a:t>
            </a:r>
            <a:r>
              <a:rPr lang="en-GB" altLang="en-US" dirty="0" err="1"/>
              <a:t>SoA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F42B-89C3-8D45-BCF5-65A370D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Efficiency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3D1-A151-0B49-BF84-F8E44EBE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4" y="4403724"/>
            <a:ext cx="5066680" cy="702444"/>
          </a:xfrm>
        </p:spPr>
        <p:txBody>
          <a:bodyPr/>
          <a:lstStyle/>
          <a:p>
            <a:r>
              <a:rPr lang="en-US" dirty="0"/>
              <a:t>Getting more work done per instruction</a:t>
            </a:r>
          </a:p>
        </p:txBody>
      </p:sp>
    </p:spTree>
    <p:extLst>
      <p:ext uri="{BB962C8B-B14F-4D97-AF65-F5344CB8AC3E}">
        <p14:creationId xmlns:p14="http://schemas.microsoft.com/office/powerpoint/2010/main" val="4211398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Scalar vs Vector (SIMD) Execution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91" y="1370256"/>
            <a:ext cx="5719453" cy="5100000"/>
          </a:xfrm>
        </p:spPr>
        <p:txBody>
          <a:bodyPr>
            <a:normAutofit/>
          </a:bodyPr>
          <a:lstStyle/>
          <a:p>
            <a:r>
              <a:rPr lang="en-GB" altLang="en-US" dirty="0"/>
              <a:t>Scalar: each instruction processes one data element</a:t>
            </a:r>
          </a:p>
          <a:p>
            <a:pPr lvl="1"/>
            <a:r>
              <a:rPr lang="en-GB" altLang="en-US" dirty="0"/>
              <a:t>One float multiply-add per cycle per instruction</a:t>
            </a:r>
          </a:p>
          <a:p>
            <a:r>
              <a:rPr lang="en-GB" altLang="en-US" dirty="0"/>
              <a:t>SIMD (Single Instruction, Multiple Data): one instruction processes multiple elements</a:t>
            </a:r>
          </a:p>
          <a:p>
            <a:pPr lvl="1"/>
            <a:r>
              <a:rPr lang="en-GB" altLang="en-US" dirty="0"/>
              <a:t>NEON (Arm): 128-bit registers, processes 4 floats simultaneously</a:t>
            </a:r>
          </a:p>
          <a:p>
            <a:pPr lvl="1"/>
            <a:r>
              <a:rPr lang="en-GB" altLang="en-US" dirty="0"/>
              <a:t>SVE (Arm Graviton3): 256-bit registers, processes 8 floats simultaneously</a:t>
            </a:r>
          </a:p>
          <a:p>
            <a:r>
              <a:rPr lang="en-GB" altLang="en-US" dirty="0"/>
              <a:t>A scalar loop leaves the vector units completely idle</a:t>
            </a:r>
          </a:p>
          <a:p>
            <a:pPr lvl="1"/>
            <a:r>
              <a:rPr lang="en-GB" altLang="en-US" dirty="0"/>
              <a:t>The CPU has hardware capacity that is simply not being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90FAD-2111-E6BC-69A6-B756BB4A5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922" y="1686951"/>
            <a:ext cx="5475011" cy="34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Instruction Mix Analysis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25" y="1449278"/>
            <a:ext cx="7141853" cy="5100000"/>
          </a:xfrm>
        </p:spPr>
        <p:txBody>
          <a:bodyPr>
            <a:normAutofit/>
          </a:bodyPr>
          <a:lstStyle/>
          <a:p>
            <a:r>
              <a:rPr lang="en-GB" altLang="en-US" dirty="0"/>
              <a:t>The Instruction Mix counts every retired instruction by type</a:t>
            </a:r>
          </a:p>
          <a:p>
            <a:pPr lvl="1"/>
            <a:r>
              <a:rPr lang="en-GB" altLang="en-US" dirty="0"/>
              <a:t>Integer, Scalar FP, NEON, SVE, Load/Store, Branch</a:t>
            </a:r>
          </a:p>
          <a:p>
            <a:r>
              <a:rPr lang="en-GB" altLang="en-US" dirty="0"/>
              <a:t>For compute-heavy code, the Scalar FP vs SVE balance is key</a:t>
            </a:r>
          </a:p>
          <a:p>
            <a:pPr lvl="1"/>
            <a:r>
              <a:rPr lang="en-GB" altLang="en-US" dirty="0"/>
              <a:t>High Scalar FP + zero SVE = vector hardware is idle</a:t>
            </a:r>
          </a:p>
          <a:p>
            <a:r>
              <a:rPr lang="en-GB" altLang="en-US" dirty="0"/>
              <a:t>Integer and Load dominance indicates overhead</a:t>
            </a:r>
          </a:p>
          <a:p>
            <a:pPr lvl="1"/>
            <a:r>
              <a:rPr lang="en-GB" altLang="en-US" dirty="0"/>
              <a:t>Address calculations, loop counters, and scalar loads per element</a:t>
            </a:r>
          </a:p>
          <a:p>
            <a:pPr lvl="1"/>
            <a:r>
              <a:rPr lang="en-GB" altLang="en-US" dirty="0"/>
              <a:t>Vectorised code amortises this overhead across a vector width</a:t>
            </a:r>
          </a:p>
          <a:p>
            <a:r>
              <a:rPr lang="en-GB" altLang="en-US" dirty="0"/>
              <a:t>Always check instruction mix after applying a vectorisation fix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DE248-17E6-E900-B00A-195E82314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523" y="0"/>
            <a:ext cx="2693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F42B-89C3-8D45-BCF5-65A370DB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Optimisation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3D1-A151-0B49-BF84-F8E44EBE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4" y="4403724"/>
            <a:ext cx="5066680" cy="702444"/>
          </a:xfrm>
        </p:spPr>
        <p:txBody>
          <a:bodyPr/>
          <a:lstStyle/>
          <a:p>
            <a:r>
              <a:rPr lang="en-US" dirty="0"/>
              <a:t>A repeatable process for performance engineering</a:t>
            </a:r>
          </a:p>
        </p:txBody>
      </p:sp>
    </p:spTree>
    <p:extLst>
      <p:ext uri="{BB962C8B-B14F-4D97-AF65-F5344CB8AC3E}">
        <p14:creationId xmlns:p14="http://schemas.microsoft.com/office/powerpoint/2010/main" val="4211398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t">
            <a:normAutofit/>
          </a:bodyPr>
          <a:lstStyle/>
          <a:p>
            <a:r>
              <a:rPr lang="en-GB" altLang="en-US" b="1" dirty="0"/>
              <a:t>Profile, Diagnose, Fix, Re-profile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AE57A9D-EADE-6A06-D75A-6C6D5D55A82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01119576"/>
              </p:ext>
            </p:extLst>
          </p:nvPr>
        </p:nvGraphicFramePr>
        <p:xfrm>
          <a:off x="479425" y="234779"/>
          <a:ext cx="11233150" cy="5861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C65-9D93-0940-A2D2-FDC728AB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</p:spPr>
        <p:txBody>
          <a:bodyPr anchor="ctr">
            <a:normAutofit/>
          </a:bodyPr>
          <a:lstStyle/>
          <a:p>
            <a:r>
              <a:rPr lang="en-GB" altLang="en-US" b="1" dirty="0"/>
              <a:t>Key Takeaways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99847-2F99-45EF-B262-BCEA8DEA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565847"/>
            <a:ext cx="10091931" cy="4522544"/>
          </a:xfrm>
        </p:spPr>
        <p:txBody>
          <a:bodyPr>
            <a:normAutofit/>
          </a:bodyPr>
          <a:lstStyle/>
          <a:p>
            <a:r>
              <a:rPr lang="en-GB" altLang="en-US" dirty="0"/>
              <a:t>Performance engineering is measurement-driven, not guesswork</a:t>
            </a:r>
          </a:p>
          <a:p>
            <a:pPr lvl="1"/>
            <a:r>
              <a:rPr lang="en-GB" altLang="en-US" dirty="0"/>
              <a:t>Always profile before optimising -- fix the real bottleneck, not the assumed one</a:t>
            </a:r>
          </a:p>
          <a:p>
            <a:r>
              <a:rPr lang="en-GB" altLang="en-US" dirty="0"/>
              <a:t>The Microarchitectural Analysis classifies every CPU slot into four buckets</a:t>
            </a:r>
          </a:p>
          <a:p>
            <a:pPr lvl="1"/>
            <a:r>
              <a:rPr lang="en-GB" altLang="en-US" dirty="0"/>
              <a:t>Frontend Bound, Backend Bound, Retiring, Bad Speculation</a:t>
            </a:r>
          </a:p>
          <a:p>
            <a:r>
              <a:rPr lang="en-GB" altLang="en-US" dirty="0"/>
              <a:t>Memory hierarchy behaviour dominates most workload performance</a:t>
            </a:r>
          </a:p>
          <a:p>
            <a:pPr lvl="1"/>
            <a:r>
              <a:rPr lang="en-GB" altLang="en-US" dirty="0"/>
              <a:t>Cache misses, data layout, and working set size are critical</a:t>
            </a:r>
          </a:p>
          <a:p>
            <a:r>
              <a:rPr lang="en-GB" altLang="en-US" dirty="0"/>
              <a:t>Instruction mix reveals whether vector hardware is being utilised</a:t>
            </a:r>
          </a:p>
          <a:p>
            <a:pPr lvl="1"/>
            <a:r>
              <a:rPr lang="en-GB" altLang="en-US" dirty="0"/>
              <a:t>Scalar code on SIMD-capable hardware leaves performance on the table</a:t>
            </a:r>
          </a:p>
          <a:p>
            <a:r>
              <a:rPr lang="en-GB" altLang="en-US" dirty="0"/>
              <a:t>The optimisation loop: Profile, Diagnose, Fix, Re-profile</a:t>
            </a:r>
          </a:p>
          <a:p>
            <a:pPr lvl="1"/>
            <a:r>
              <a:rPr lang="en-GB" altLang="en-US" dirty="0"/>
              <a:t>Each iteration reveals the next bottleneck -- repeat until satisfied</a:t>
            </a:r>
          </a:p>
        </p:txBody>
      </p:sp>
    </p:spTree>
    <p:extLst>
      <p:ext uri="{BB962C8B-B14F-4D97-AF65-F5344CB8AC3E}">
        <p14:creationId xmlns:p14="http://schemas.microsoft.com/office/powerpoint/2010/main" val="162040588"/>
      </p:ext>
    </p:extLst>
  </p:cSld>
  <p:clrMapOvr>
    <a:masterClrMapping/>
  </p:clrMapOvr>
</p:sld>
</file>

<file path=ppt/theme/theme1.xml><?xml version="1.0" encoding="utf-8"?>
<a:theme xmlns:a="http://schemas.openxmlformats.org/drawingml/2006/main" name="Arm_Public_2024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5AA46A6-F8D0-4647-865D-F700FAFED8F6}" vid="{255BEF51-55C5-A743-A761-05EE3BF481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B61D4E06-5D3F-4994-A4A7-4BA626FA722D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sharepoint/v3/fields"/>
    <ds:schemaRef ds:uri="http://purl.org/dc/terms/"/>
    <ds:schemaRef ds:uri="f2ad5090-61a8-4b8c-ab70-68f4ff4d1933"/>
    <ds:schemaRef ds:uri="http://schemas.microsoft.com/office/infopath/2007/PartnerControls"/>
    <ds:schemaRef ds:uri="http://schemas.microsoft.com/office/2006/documentManagement/types"/>
    <ds:schemaRef ds:uri="c0950e01-db07-4e41-9c32-b7a8e9fccc9b"/>
    <ds:schemaRef ds:uri="http://schemas.microsoft.com/sharepoint/v3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Arm_Public_2024</Template>
  <TotalTime>11079</TotalTime>
  <Words>1964</Words>
  <Application>Microsoft Macintosh PowerPoint</Application>
  <PresentationFormat>Widescreen</PresentationFormat>
  <Paragraphs>230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ＭＳ Ｐゴシック</vt:lpstr>
      <vt:lpstr>Arial</vt:lpstr>
      <vt:lpstr>Calibri</vt:lpstr>
      <vt:lpstr>system-ui</vt:lpstr>
      <vt:lpstr>Wingdings</vt:lpstr>
      <vt:lpstr>Arm_Public_2024</vt:lpstr>
      <vt:lpstr>Principles of Performance Engineering</vt:lpstr>
      <vt:lpstr>Why Performance Engineering?</vt:lpstr>
      <vt:lpstr>What is Performance Engineering?</vt:lpstr>
      <vt:lpstr>The Modern CPU Pipeline</vt:lpstr>
      <vt:lpstr>CPU Slots and Micro-Operations</vt:lpstr>
      <vt:lpstr>Top-Down Microarchitectural Analysis</vt:lpstr>
      <vt:lpstr>The Top-Down Method</vt:lpstr>
      <vt:lpstr>The Four Buckets</vt:lpstr>
      <vt:lpstr>Frontend Bound</vt:lpstr>
      <vt:lpstr>Backend Bound</vt:lpstr>
      <vt:lpstr>Retiring</vt:lpstr>
      <vt:lpstr>Bad Speculation</vt:lpstr>
      <vt:lpstr>The Narrowing Hierarchy</vt:lpstr>
      <vt:lpstr>Memory Hierarchy and Caches</vt:lpstr>
      <vt:lpstr>The Memory Hierarchy</vt:lpstr>
      <vt:lpstr>Cache Lines and Spatial Locality</vt:lpstr>
      <vt:lpstr>Measuring Cache Performance</vt:lpstr>
      <vt:lpstr>Cache Line Utilisation</vt:lpstr>
      <vt:lpstr>Source Code Memory Optimisations: AoS vs SoA</vt:lpstr>
      <vt:lpstr>Compute Efficiency</vt:lpstr>
      <vt:lpstr>Scalar vs Vector (SIMD) Execution</vt:lpstr>
      <vt:lpstr>Instruction Mix Analysis</vt:lpstr>
      <vt:lpstr>The Optimisation Workflow</vt:lpstr>
      <vt:lpstr>Profile, Diagnose, Fix, Re-profile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Oliver Grainge</dc:creator>
  <cp:keywords/>
  <dc:description/>
  <cp:lastModifiedBy>Oliver Grainge</cp:lastModifiedBy>
  <cp:revision>157</cp:revision>
  <dcterms:created xsi:type="dcterms:W3CDTF">2024-11-20T09:48:17Z</dcterms:created>
  <dcterms:modified xsi:type="dcterms:W3CDTF">2026-04-01T10:25:24Z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
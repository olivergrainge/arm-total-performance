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m" ContentType="application/vnd.ms-excel.sheet.macroEnabled.12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5431" r:id="rId6"/>
    <p:sldMasterId id="2147485659" r:id="rId7"/>
  </p:sldMasterIdLst>
  <p:notesMasterIdLst>
    <p:notesMasterId r:id="rId106"/>
  </p:notesMasterIdLst>
  <p:handoutMasterIdLst>
    <p:handoutMasterId r:id="rId107"/>
  </p:handoutMasterIdLst>
  <p:sldIdLst>
    <p:sldId id="496" r:id="rId8"/>
    <p:sldId id="460" r:id="rId9"/>
    <p:sldId id="582" r:id="rId10"/>
    <p:sldId id="583" r:id="rId11"/>
    <p:sldId id="585" r:id="rId12"/>
    <p:sldId id="586" r:id="rId13"/>
    <p:sldId id="606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6" r:id="rId24"/>
    <p:sldId id="598" r:id="rId25"/>
    <p:sldId id="599" r:id="rId26"/>
    <p:sldId id="600" r:id="rId27"/>
    <p:sldId id="601" r:id="rId28"/>
    <p:sldId id="602" r:id="rId29"/>
    <p:sldId id="603" r:id="rId30"/>
    <p:sldId id="604" r:id="rId31"/>
    <p:sldId id="605" r:id="rId32"/>
    <p:sldId id="414" r:id="rId33"/>
    <p:sldId id="459" r:id="rId34"/>
    <p:sldId id="461" r:id="rId35"/>
    <p:sldId id="466" r:id="rId36"/>
    <p:sldId id="572" r:id="rId37"/>
    <p:sldId id="573" r:id="rId38"/>
    <p:sldId id="574" r:id="rId39"/>
    <p:sldId id="575" r:id="rId40"/>
    <p:sldId id="576" r:id="rId41"/>
    <p:sldId id="531" r:id="rId42"/>
    <p:sldId id="529" r:id="rId43"/>
    <p:sldId id="533" r:id="rId44"/>
    <p:sldId id="534" r:id="rId45"/>
    <p:sldId id="577" r:id="rId46"/>
    <p:sldId id="540" r:id="rId47"/>
    <p:sldId id="564" r:id="rId48"/>
    <p:sldId id="541" r:id="rId49"/>
    <p:sldId id="580" r:id="rId50"/>
    <p:sldId id="565" r:id="rId51"/>
    <p:sldId id="578" r:id="rId52"/>
    <p:sldId id="579" r:id="rId53"/>
    <p:sldId id="581" r:id="rId54"/>
    <p:sldId id="428" r:id="rId55"/>
    <p:sldId id="438" r:id="rId56"/>
    <p:sldId id="339" r:id="rId57"/>
    <p:sldId id="473" r:id="rId58"/>
    <p:sldId id="474" r:id="rId59"/>
    <p:sldId id="475" r:id="rId60"/>
    <p:sldId id="477" r:id="rId61"/>
    <p:sldId id="478" r:id="rId62"/>
    <p:sldId id="480" r:id="rId63"/>
    <p:sldId id="481" r:id="rId64"/>
    <p:sldId id="548" r:id="rId65"/>
    <p:sldId id="511" r:id="rId66"/>
    <p:sldId id="549" r:id="rId67"/>
    <p:sldId id="550" r:id="rId68"/>
    <p:sldId id="566" r:id="rId69"/>
    <p:sldId id="527" r:id="rId70"/>
    <p:sldId id="499" r:id="rId71"/>
    <p:sldId id="505" r:id="rId72"/>
    <p:sldId id="356" r:id="rId73"/>
    <p:sldId id="536" r:id="rId74"/>
    <p:sldId id="537" r:id="rId75"/>
    <p:sldId id="551" r:id="rId76"/>
    <p:sldId id="552" r:id="rId77"/>
    <p:sldId id="553" r:id="rId78"/>
    <p:sldId id="554" r:id="rId79"/>
    <p:sldId id="555" r:id="rId80"/>
    <p:sldId id="556" r:id="rId81"/>
    <p:sldId id="557" r:id="rId82"/>
    <p:sldId id="558" r:id="rId83"/>
    <p:sldId id="559" r:id="rId84"/>
    <p:sldId id="560" r:id="rId85"/>
    <p:sldId id="561" r:id="rId86"/>
    <p:sldId id="562" r:id="rId87"/>
    <p:sldId id="567" r:id="rId88"/>
    <p:sldId id="568" r:id="rId89"/>
    <p:sldId id="569" r:id="rId90"/>
    <p:sldId id="570" r:id="rId91"/>
    <p:sldId id="571" r:id="rId92"/>
    <p:sldId id="528" r:id="rId93"/>
    <p:sldId id="525" r:id="rId94"/>
    <p:sldId id="526" r:id="rId95"/>
    <p:sldId id="538" r:id="rId96"/>
    <p:sldId id="539" r:id="rId97"/>
    <p:sldId id="497" r:id="rId98"/>
    <p:sldId id="458" r:id="rId99"/>
    <p:sldId id="456" r:id="rId100"/>
    <p:sldId id="457" r:id="rId101"/>
    <p:sldId id="454" r:id="rId102"/>
    <p:sldId id="498" r:id="rId103"/>
    <p:sldId id="455" r:id="rId104"/>
    <p:sldId id="358" r:id="rId105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83F7"/>
    <a:srgbClr val="7233F7"/>
    <a:srgbClr val="6E2FF1"/>
    <a:srgbClr val="E0D1FC"/>
    <a:srgbClr val="000000"/>
    <a:srgbClr val="FFFFFF"/>
    <a:srgbClr val="080225"/>
    <a:srgbClr val="FF6900"/>
    <a:srgbClr val="00C1D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9" autoAdjust="0"/>
    <p:restoredTop sz="96286"/>
  </p:normalViewPr>
  <p:slideViewPr>
    <p:cSldViewPr snapToGrid="0">
      <p:cViewPr varScale="1">
        <p:scale>
          <a:sx n="104" d="100"/>
          <a:sy n="104" d="100"/>
        </p:scale>
        <p:origin x="216" y="48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3456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63" Type="http://schemas.openxmlformats.org/officeDocument/2006/relationships/slide" Target="slides/slide56.xml"/><Relationship Id="rId68" Type="http://schemas.openxmlformats.org/officeDocument/2006/relationships/slide" Target="slides/slide61.xml"/><Relationship Id="rId84" Type="http://schemas.openxmlformats.org/officeDocument/2006/relationships/slide" Target="slides/slide77.xml"/><Relationship Id="rId89" Type="http://schemas.openxmlformats.org/officeDocument/2006/relationships/slide" Target="slides/slide82.xml"/><Relationship Id="rId16" Type="http://schemas.openxmlformats.org/officeDocument/2006/relationships/slide" Target="slides/slide9.xml"/><Relationship Id="rId107" Type="http://schemas.openxmlformats.org/officeDocument/2006/relationships/handoutMaster" Target="handoutMasters/handoutMaster1.xml"/><Relationship Id="rId11" Type="http://schemas.openxmlformats.org/officeDocument/2006/relationships/slide" Target="slides/slide4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53" Type="http://schemas.openxmlformats.org/officeDocument/2006/relationships/slide" Target="slides/slide46.xml"/><Relationship Id="rId58" Type="http://schemas.openxmlformats.org/officeDocument/2006/relationships/slide" Target="slides/slide51.xml"/><Relationship Id="rId74" Type="http://schemas.openxmlformats.org/officeDocument/2006/relationships/slide" Target="slides/slide67.xml"/><Relationship Id="rId79" Type="http://schemas.openxmlformats.org/officeDocument/2006/relationships/slide" Target="slides/slide72.xml"/><Relationship Id="rId102" Type="http://schemas.openxmlformats.org/officeDocument/2006/relationships/slide" Target="slides/slide95.xml"/><Relationship Id="rId5" Type="http://schemas.openxmlformats.org/officeDocument/2006/relationships/customXml" Target="../customXml/item5.xml"/><Relationship Id="rId90" Type="http://schemas.openxmlformats.org/officeDocument/2006/relationships/slide" Target="slides/slide83.xml"/><Relationship Id="rId95" Type="http://schemas.openxmlformats.org/officeDocument/2006/relationships/slide" Target="slides/slide88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64" Type="http://schemas.openxmlformats.org/officeDocument/2006/relationships/slide" Target="slides/slide57.xml"/><Relationship Id="rId69" Type="http://schemas.openxmlformats.org/officeDocument/2006/relationships/slide" Target="slides/slide62.xml"/><Relationship Id="rId80" Type="http://schemas.openxmlformats.org/officeDocument/2006/relationships/slide" Target="slides/slide73.xml"/><Relationship Id="rId85" Type="http://schemas.openxmlformats.org/officeDocument/2006/relationships/slide" Target="slides/slide78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59" Type="http://schemas.openxmlformats.org/officeDocument/2006/relationships/slide" Target="slides/slide52.xml"/><Relationship Id="rId103" Type="http://schemas.openxmlformats.org/officeDocument/2006/relationships/slide" Target="slides/slide96.xml"/><Relationship Id="rId108" Type="http://schemas.openxmlformats.org/officeDocument/2006/relationships/presProps" Target="presProps.xml"/><Relationship Id="rId54" Type="http://schemas.openxmlformats.org/officeDocument/2006/relationships/slide" Target="slides/slide47.xml"/><Relationship Id="rId70" Type="http://schemas.openxmlformats.org/officeDocument/2006/relationships/slide" Target="slides/slide63.xml"/><Relationship Id="rId75" Type="http://schemas.openxmlformats.org/officeDocument/2006/relationships/slide" Target="slides/slide68.xml"/><Relationship Id="rId91" Type="http://schemas.openxmlformats.org/officeDocument/2006/relationships/slide" Target="slides/slide84.xml"/><Relationship Id="rId96" Type="http://schemas.openxmlformats.org/officeDocument/2006/relationships/slide" Target="slides/slide89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Relationship Id="rId57" Type="http://schemas.openxmlformats.org/officeDocument/2006/relationships/slide" Target="slides/slide50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slide" Target="slides/slide45.xml"/><Relationship Id="rId60" Type="http://schemas.openxmlformats.org/officeDocument/2006/relationships/slide" Target="slides/slide53.xml"/><Relationship Id="rId65" Type="http://schemas.openxmlformats.org/officeDocument/2006/relationships/slide" Target="slides/slide58.xml"/><Relationship Id="rId73" Type="http://schemas.openxmlformats.org/officeDocument/2006/relationships/slide" Target="slides/slide66.xml"/><Relationship Id="rId78" Type="http://schemas.openxmlformats.org/officeDocument/2006/relationships/slide" Target="slides/slide71.xml"/><Relationship Id="rId81" Type="http://schemas.openxmlformats.org/officeDocument/2006/relationships/slide" Target="slides/slide74.xml"/><Relationship Id="rId86" Type="http://schemas.openxmlformats.org/officeDocument/2006/relationships/slide" Target="slides/slide79.xml"/><Relationship Id="rId94" Type="http://schemas.openxmlformats.org/officeDocument/2006/relationships/slide" Target="slides/slide87.xml"/><Relationship Id="rId99" Type="http://schemas.openxmlformats.org/officeDocument/2006/relationships/slide" Target="slides/slide92.xml"/><Relationship Id="rId101" Type="http://schemas.openxmlformats.org/officeDocument/2006/relationships/slide" Target="slides/slide94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slide" Target="slides/slide32.xml"/><Relationship Id="rId109" Type="http://schemas.openxmlformats.org/officeDocument/2006/relationships/viewProps" Target="viewProps.xml"/><Relationship Id="rId34" Type="http://schemas.openxmlformats.org/officeDocument/2006/relationships/slide" Target="slides/slide27.xml"/><Relationship Id="rId50" Type="http://schemas.openxmlformats.org/officeDocument/2006/relationships/slide" Target="slides/slide43.xml"/><Relationship Id="rId55" Type="http://schemas.openxmlformats.org/officeDocument/2006/relationships/slide" Target="slides/slide48.xml"/><Relationship Id="rId76" Type="http://schemas.openxmlformats.org/officeDocument/2006/relationships/slide" Target="slides/slide69.xml"/><Relationship Id="rId97" Type="http://schemas.openxmlformats.org/officeDocument/2006/relationships/slide" Target="slides/slide90.xml"/><Relationship Id="rId104" Type="http://schemas.openxmlformats.org/officeDocument/2006/relationships/slide" Target="slides/slide97.xml"/><Relationship Id="rId7" Type="http://schemas.openxmlformats.org/officeDocument/2006/relationships/slideMaster" Target="slideMasters/slideMaster2.xml"/><Relationship Id="rId71" Type="http://schemas.openxmlformats.org/officeDocument/2006/relationships/slide" Target="slides/slide64.xml"/><Relationship Id="rId92" Type="http://schemas.openxmlformats.org/officeDocument/2006/relationships/slide" Target="slides/slide85.xml"/><Relationship Id="rId2" Type="http://schemas.openxmlformats.org/officeDocument/2006/relationships/customXml" Target="../customXml/item2.xml"/><Relationship Id="rId29" Type="http://schemas.openxmlformats.org/officeDocument/2006/relationships/slide" Target="slides/slide22.xml"/><Relationship Id="rId24" Type="http://schemas.openxmlformats.org/officeDocument/2006/relationships/slide" Target="slides/slide17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66" Type="http://schemas.openxmlformats.org/officeDocument/2006/relationships/slide" Target="slides/slide59.xml"/><Relationship Id="rId87" Type="http://schemas.openxmlformats.org/officeDocument/2006/relationships/slide" Target="slides/slide80.xml"/><Relationship Id="rId110" Type="http://schemas.openxmlformats.org/officeDocument/2006/relationships/theme" Target="theme/theme1.xml"/><Relationship Id="rId61" Type="http://schemas.openxmlformats.org/officeDocument/2006/relationships/slide" Target="slides/slide54.xml"/><Relationship Id="rId82" Type="http://schemas.openxmlformats.org/officeDocument/2006/relationships/slide" Target="slides/slide75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56" Type="http://schemas.openxmlformats.org/officeDocument/2006/relationships/slide" Target="slides/slide49.xml"/><Relationship Id="rId77" Type="http://schemas.openxmlformats.org/officeDocument/2006/relationships/slide" Target="slides/slide70.xml"/><Relationship Id="rId100" Type="http://schemas.openxmlformats.org/officeDocument/2006/relationships/slide" Target="slides/slide93.xml"/><Relationship Id="rId105" Type="http://schemas.openxmlformats.org/officeDocument/2006/relationships/slide" Target="slides/slide98.xml"/><Relationship Id="rId8" Type="http://schemas.openxmlformats.org/officeDocument/2006/relationships/slide" Target="slides/slide1.xml"/><Relationship Id="rId51" Type="http://schemas.openxmlformats.org/officeDocument/2006/relationships/slide" Target="slides/slide44.xml"/><Relationship Id="rId72" Type="http://schemas.openxmlformats.org/officeDocument/2006/relationships/slide" Target="slides/slide65.xml"/><Relationship Id="rId93" Type="http://schemas.openxmlformats.org/officeDocument/2006/relationships/slide" Target="slides/slide86.xml"/><Relationship Id="rId98" Type="http://schemas.openxmlformats.org/officeDocument/2006/relationships/slide" Target="slides/slide91.xml"/><Relationship Id="rId3" Type="http://schemas.openxmlformats.org/officeDocument/2006/relationships/customXml" Target="../customXml/item3.xml"/><Relationship Id="rId25" Type="http://schemas.openxmlformats.org/officeDocument/2006/relationships/slide" Target="slides/slide18.xml"/><Relationship Id="rId46" Type="http://schemas.openxmlformats.org/officeDocument/2006/relationships/slide" Target="slides/slide39.xml"/><Relationship Id="rId67" Type="http://schemas.openxmlformats.org/officeDocument/2006/relationships/slide" Target="slides/slide60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62" Type="http://schemas.openxmlformats.org/officeDocument/2006/relationships/slide" Target="slides/slide55.xml"/><Relationship Id="rId83" Type="http://schemas.openxmlformats.org/officeDocument/2006/relationships/slide" Target="slides/slide76.xml"/><Relationship Id="rId88" Type="http://schemas.openxmlformats.org/officeDocument/2006/relationships/slide" Target="slides/slide81.xml"/><Relationship Id="rId111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.xlsm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1.xlsm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2.xlsm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3.xlsm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4.xlsm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5.xlsm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6.xlsm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Macro-enabled_Worksheet7.xlsm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04721267430663E-2"/>
          <c:y val="4.277895700402537E-2"/>
          <c:w val="0.9086174009862813"/>
          <c:h val="0.746795454457796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522-7B47-98D5-09510785D2BF}"/>
              </c:ext>
            </c:extLst>
          </c:dPt>
          <c:dPt>
            <c:idx val="1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522-7B47-98D5-09510785D2B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522-7B47-98D5-09510785D2B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522-7B47-98D5-09510785D2BF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522-7B47-98D5-09510785D2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8"/>
      </c:doughnutChart>
      <c:spPr>
        <a:noFill/>
        <a:ln w="24603"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6092628981329607"/>
          <c:y val="0.82911522246594693"/>
          <c:w val="0.67020079456872639"/>
          <c:h val="0.1708847775340530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04721267430663E-2"/>
          <c:y val="4.277895700402537E-2"/>
          <c:w val="0.9086174009862813"/>
          <c:h val="0.746795454457796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B3A-934A-A910-A4516B754511}"/>
              </c:ext>
            </c:extLst>
          </c:dPt>
          <c:dPt>
            <c:idx val="1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B3A-934A-A910-A4516B75451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B3A-934A-A910-A4516B75451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B3A-934A-A910-A4516B754511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B3A-934A-A910-A4516B7545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8"/>
      </c:doughnutChart>
      <c:spPr>
        <a:noFill/>
        <a:ln w="24603"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6092628981329607"/>
          <c:y val="0.82911522246594693"/>
          <c:w val="0.67020079456872639"/>
          <c:h val="0.1708847775340530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04721267430663E-2"/>
          <c:y val="4.277895700402537E-2"/>
          <c:w val="0.9086174009862813"/>
          <c:h val="0.746795454457796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5E5-A746-9EB9-A988EC217E70}"/>
              </c:ext>
            </c:extLst>
          </c:dPt>
          <c:dPt>
            <c:idx val="1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5E5-A746-9EB9-A988EC217E7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5E5-A746-9EB9-A988EC217E7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65E5-A746-9EB9-A988EC217E7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5E5-A746-9EB9-A988EC217E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8"/>
      </c:doughnutChart>
      <c:spPr>
        <a:noFill/>
        <a:ln w="24603"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6092628981329607"/>
          <c:y val="0.82911522246594693"/>
          <c:w val="0.67020079456872639"/>
          <c:h val="0.1708847775340530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1261411069449804E-2"/>
          <c:y val="4.5657245035605601E-2"/>
          <c:w val="0.91358486676427098"/>
          <c:h val="0.8534662609404900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CE-5D45-BC3F-8C5BDEB6E562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Sheet1!$B$2</c:f>
              <c:numCache>
                <c:formatCode>General</c:formatCode>
                <c:ptCount val="1"/>
                <c:pt idx="0">
                  <c:v>10.199999999999999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1CE-5D45-BC3F-8C5BDEB6E562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Sheet1!$C$2</c:f>
              <c:numCache>
                <c:formatCode>General</c:formatCode>
                <c:ptCount val="1"/>
                <c:pt idx="0">
                  <c:v>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1CE-5D45-BC3F-8C5BDEB6E562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Sheet1!$D$2</c:f>
              <c:numCache>
                <c:formatCode>General</c:formatCode>
                <c:ptCount val="1"/>
                <c:pt idx="0">
                  <c:v>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CE-5D45-BC3F-8C5BDEB6E562}"/>
            </c:ext>
          </c:extLst>
        </c:ser>
        <c:ser>
          <c:idx val="4"/>
          <c:order val="4"/>
          <c:tx>
            <c:strRef>
              <c:f>Sheet1!$E$1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Sheet1!$E$2</c:f>
              <c:numCache>
                <c:formatCode>General</c:formatCode>
                <c:ptCount val="1"/>
                <c:pt idx="0">
                  <c:v>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CE-5D45-BC3F-8C5BDEB6E562}"/>
            </c:ext>
          </c:extLst>
        </c:ser>
        <c:ser>
          <c:idx val="5"/>
          <c:order val="5"/>
          <c:tx>
            <c:strRef>
              <c:f>Sheet1!$F$1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Sheet1!$F$2</c:f>
              <c:numCache>
                <c:formatCode>General</c:formatCode>
                <c:ptCount val="1"/>
                <c:pt idx="0">
                  <c:v>3.7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CE-5D45-BC3F-8C5BDEB6E5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5"/>
        <c:overlap val="-100"/>
        <c:axId val="1323319296"/>
        <c:axId val="1323321424"/>
      </c:barChart>
      <c:catAx>
        <c:axId val="1323319296"/>
        <c:scaling>
          <c:orientation val="minMax"/>
        </c:scaling>
        <c:delete val="1"/>
        <c:axPos val="b"/>
        <c:majorGridlines>
          <c:spPr>
            <a:ln w="9278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 algn="ctr" rtl="0">
                  <a:defRPr sz="1400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/>
                  <a:t>Axis Title</a:t>
                </a:r>
              </a:p>
            </c:rich>
          </c:tx>
          <c:layout>
            <c:manualLayout>
              <c:xMode val="edge"/>
              <c:yMode val="edge"/>
              <c:x val="0.49564236407978601"/>
              <c:y val="0.9246215139442229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 algn="ctr" rtl="0">
                <a:defRPr sz="1400" b="0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323321424"/>
        <c:crosses val="autoZero"/>
        <c:auto val="1"/>
        <c:lblAlgn val="ctr"/>
        <c:lblOffset val="100"/>
        <c:noMultiLvlLbl val="0"/>
      </c:catAx>
      <c:valAx>
        <c:axId val="1323321424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tx1">
                  <a:lumMod val="15000"/>
                  <a:lumOff val="85000"/>
                  <a:alpha val="15000"/>
                </a:schemeClr>
              </a:solidFill>
              <a:prstDash val="solid"/>
              <a:round/>
            </a:ln>
            <a:effectLst/>
          </c:spPr>
        </c:majorGridlines>
        <c:title>
          <c:layout>
            <c:manualLayout>
              <c:xMode val="edge"/>
              <c:yMode val="edge"/>
              <c:x val="3.40765926986399E-3"/>
              <c:y val="0.3819115273634269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0"/>
        <c:majorTickMark val="in"/>
        <c:minorTickMark val="in"/>
        <c:tickLblPos val="nextTo"/>
        <c:spPr>
          <a:noFill/>
          <a:ln w="635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323319296"/>
        <c:crosses val="autoZero"/>
        <c:crossBetween val="between"/>
      </c:valAx>
      <c:spPr>
        <a:noFill/>
        <a:ln w="24742">
          <a:noFill/>
        </a:ln>
        <a:effectLst/>
      </c:spPr>
    </c:plotArea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 sz="1400" b="0" i="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04721267430663E-2"/>
          <c:y val="4.277895700402537E-2"/>
          <c:w val="0.9086174009862813"/>
          <c:h val="0.746795454457796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25A-1D4C-8033-E6681E0E897B}"/>
              </c:ext>
            </c:extLst>
          </c:dPt>
          <c:dPt>
            <c:idx val="1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25A-1D4C-8033-E6681E0E897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25A-1D4C-8033-E6681E0E897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25A-1D4C-8033-E6681E0E897B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25A-1D4C-8033-E6681E0E8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8"/>
      </c:doughnutChart>
      <c:spPr>
        <a:noFill/>
        <a:ln w="24603"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6092628981329607"/>
          <c:y val="0.82911522246594693"/>
          <c:w val="0.67020079456872639"/>
          <c:h val="0.1708847775340530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04721267430663E-2"/>
          <c:y val="4.277895700402537E-2"/>
          <c:w val="0.9086174009862813"/>
          <c:h val="0.746795454457796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830-3C47-B1EB-407C5EFC6B95}"/>
              </c:ext>
            </c:extLst>
          </c:dPt>
          <c:dPt>
            <c:idx val="1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830-3C47-B1EB-407C5EFC6B9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830-3C47-B1EB-407C5EFC6B9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9830-3C47-B1EB-407C5EFC6B95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830-3C47-B1EB-407C5EFC6B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8"/>
      </c:doughnutChart>
      <c:spPr>
        <a:noFill/>
        <a:ln w="24603"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6092628981329607"/>
          <c:y val="0.82911522246594693"/>
          <c:w val="0.67020079456872639"/>
          <c:h val="0.1708847775340530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704721267430663E-2"/>
          <c:y val="4.277895700402537E-2"/>
          <c:w val="0.9086174009862813"/>
          <c:h val="0.746795454457796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92F-0A47-8E5D-0DA5E9A1A630}"/>
              </c:ext>
            </c:extLst>
          </c:dPt>
          <c:dPt>
            <c:idx val="1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92F-0A47-8E5D-0DA5E9A1A63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92F-0A47-8E5D-0DA5E9A1A63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92F-0A47-8E5D-0DA5E9A1A63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92F-0A47-8E5D-0DA5E9A1A6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8"/>
      </c:doughnutChart>
      <c:spPr>
        <a:noFill/>
        <a:ln w="24603"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</c:legendEntry>
      <c:layout>
        <c:manualLayout>
          <c:xMode val="edge"/>
          <c:yMode val="edge"/>
          <c:x val="0.16092628981329607"/>
          <c:y val="0.82911522246594693"/>
          <c:w val="0.67020079456872639"/>
          <c:h val="0.1708847775340530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legend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7.1261411069449804E-2"/>
          <c:y val="4.5657245035605601E-2"/>
          <c:w val="0.91358486676427098"/>
          <c:h val="0.8534662609404900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</c:f>
              <c:numCache>
                <c:formatCode>General</c:formatCode>
                <c:ptCount val="1"/>
                <c:pt idx="0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4FD-0245-98EE-138166244D55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2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A883F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1DE1-5842-A12E-61A6E7BE0C4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Sheet1!$B$2</c:f>
              <c:numCache>
                <c:formatCode>General</c:formatCode>
                <c:ptCount val="1"/>
                <c:pt idx="0">
                  <c:v>10.199999999999999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4FD-0245-98EE-138166244D55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Sheet1!$C$2</c:f>
              <c:numCache>
                <c:formatCode>General</c:formatCode>
                <c:ptCount val="1"/>
                <c:pt idx="0">
                  <c:v>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4FD-0245-98EE-138166244D55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Sheet1!$D$2</c:f>
              <c:numCache>
                <c:formatCode>General</c:formatCode>
                <c:ptCount val="1"/>
                <c:pt idx="0">
                  <c:v>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4FD-0245-98EE-138166244D55}"/>
            </c:ext>
          </c:extLst>
        </c:ser>
        <c:ser>
          <c:idx val="4"/>
          <c:order val="4"/>
          <c:tx>
            <c:strRef>
              <c:f>Sheet1!$E$1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Sheet1!$E$2</c:f>
              <c:numCache>
                <c:formatCode>General</c:formatCode>
                <c:ptCount val="1"/>
                <c:pt idx="0">
                  <c:v>5.5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4FD-0245-98EE-138166244D55}"/>
            </c:ext>
          </c:extLst>
        </c:ser>
        <c:ser>
          <c:idx val="5"/>
          <c:order val="5"/>
          <c:tx>
            <c:strRef>
              <c:f>Sheet1!$F$1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 algn="ctr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Sheet1!$F$2</c:f>
              <c:numCache>
                <c:formatCode>General</c:formatCode>
                <c:ptCount val="1"/>
                <c:pt idx="0">
                  <c:v>3.7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4FD-0245-98EE-138166244D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5"/>
        <c:overlap val="-100"/>
        <c:axId val="1323319296"/>
        <c:axId val="1323321424"/>
      </c:barChart>
      <c:catAx>
        <c:axId val="1323319296"/>
        <c:scaling>
          <c:orientation val="minMax"/>
        </c:scaling>
        <c:delete val="1"/>
        <c:axPos val="b"/>
        <c:majorGridlines>
          <c:spPr>
            <a:ln w="9278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olid"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 algn="ctr" rtl="0">
                  <a:defRPr sz="1400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US">
                    <a:solidFill>
                      <a:schemeClr val="bg1"/>
                    </a:solidFill>
                  </a:rPr>
                  <a:t>Axis Title</a:t>
                </a:r>
              </a:p>
            </c:rich>
          </c:tx>
          <c:layout>
            <c:manualLayout>
              <c:xMode val="edge"/>
              <c:yMode val="edge"/>
              <c:x val="0.49564236407978601"/>
              <c:y val="0.9246215139442229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 algn="ctr" rtl="0">
                <a:defRPr sz="1400" b="0" i="0" u="none" strike="noStrike" kern="1200" baseline="0">
                  <a:solidFill>
                    <a:schemeClr val="bg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majorTickMark val="out"/>
        <c:minorTickMark val="none"/>
        <c:tickLblPos val="nextTo"/>
        <c:crossAx val="1323321424"/>
        <c:crosses val="autoZero"/>
        <c:auto val="1"/>
        <c:lblAlgn val="ctr"/>
        <c:lblOffset val="100"/>
        <c:noMultiLvlLbl val="0"/>
      </c:catAx>
      <c:valAx>
        <c:axId val="1323321424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2">
                  <a:alpha val="20000"/>
                </a:schemeClr>
              </a:solidFill>
              <a:prstDash val="solid"/>
              <a:round/>
            </a:ln>
            <a:effectLst/>
          </c:spPr>
        </c:majorGridlines>
        <c:title>
          <c:layout>
            <c:manualLayout>
              <c:xMode val="edge"/>
              <c:yMode val="edge"/>
              <c:x val="3.40765926986399E-3"/>
              <c:y val="0.38191152736342698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bg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0"/>
        <c:majorTickMark val="in"/>
        <c:minorTickMark val="in"/>
        <c:tickLblPos val="nextTo"/>
        <c:spPr>
          <a:noFill/>
          <a:ln w="635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323319296"/>
        <c:crosses val="autoZero"/>
        <c:crossBetween val="between"/>
      </c:valAx>
      <c:spPr>
        <a:noFill/>
        <a:ln w="24742">
          <a:noFill/>
        </a:ln>
        <a:effectLst/>
      </c:spPr>
    </c:plotArea>
    <c:plotVisOnly val="1"/>
    <c:dispBlanksAs val="gap"/>
    <c:showDLblsOverMax val="0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 sz="1400" b="0" i="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5990C8-78C6-2B4A-A0FD-227F0ECD45CC}" type="doc">
      <dgm:prSet loTypeId="urn:microsoft.com/office/officeart/2005/8/layout/cycle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710458ED-D02C-384B-994A-543F80E87DF9}">
      <dgm:prSet phldrT="[Text]"/>
      <dgm:spPr/>
      <dgm:t>
        <a:bodyPr/>
        <a:lstStyle/>
        <a:p>
          <a:r>
            <a:rPr lang="en-GB" dirty="0"/>
            <a:t>Profile</a:t>
          </a:r>
        </a:p>
      </dgm:t>
    </dgm:pt>
    <dgm:pt modelId="{246B7C17-D566-CA4F-A29A-4C2BB88F247D}" type="parTrans" cxnId="{1566B2A5-EBBA-724B-A3CB-C22E9F2F8C1B}">
      <dgm:prSet/>
      <dgm:spPr/>
      <dgm:t>
        <a:bodyPr/>
        <a:lstStyle/>
        <a:p>
          <a:endParaRPr lang="en-GB"/>
        </a:p>
      </dgm:t>
    </dgm:pt>
    <dgm:pt modelId="{60003CD8-3F3A-5448-9767-96ACDC2E142F}" type="sibTrans" cxnId="{1566B2A5-EBBA-724B-A3CB-C22E9F2F8C1B}">
      <dgm:prSet/>
      <dgm:spPr/>
      <dgm:t>
        <a:bodyPr/>
        <a:lstStyle/>
        <a:p>
          <a:endParaRPr lang="en-GB"/>
        </a:p>
      </dgm:t>
    </dgm:pt>
    <dgm:pt modelId="{AF45B1BF-ABDE-6D47-A792-BB8B2105806F}">
      <dgm:prSet phldrT="[Text]"/>
      <dgm:spPr/>
      <dgm:t>
        <a:bodyPr/>
        <a:lstStyle/>
        <a:p>
          <a:r>
            <a:rPr lang="en-GB" dirty="0"/>
            <a:t>Diagnose</a:t>
          </a:r>
        </a:p>
      </dgm:t>
    </dgm:pt>
    <dgm:pt modelId="{FE11AC97-963E-854D-9DEF-4278B0738864}" type="parTrans" cxnId="{33CF4496-E9E1-2347-ACC2-772BB82C6F5C}">
      <dgm:prSet/>
      <dgm:spPr/>
      <dgm:t>
        <a:bodyPr/>
        <a:lstStyle/>
        <a:p>
          <a:endParaRPr lang="en-GB"/>
        </a:p>
      </dgm:t>
    </dgm:pt>
    <dgm:pt modelId="{296D95B1-3438-DB4A-B927-3CD4ACD1F78F}" type="sibTrans" cxnId="{33CF4496-E9E1-2347-ACC2-772BB82C6F5C}">
      <dgm:prSet/>
      <dgm:spPr/>
      <dgm:t>
        <a:bodyPr/>
        <a:lstStyle/>
        <a:p>
          <a:endParaRPr lang="en-GB"/>
        </a:p>
      </dgm:t>
    </dgm:pt>
    <dgm:pt modelId="{B7241C8D-D129-1849-A704-BAEFFB7803D0}">
      <dgm:prSet phldrT="[Text]"/>
      <dgm:spPr/>
      <dgm:t>
        <a:bodyPr/>
        <a:lstStyle/>
        <a:p>
          <a:r>
            <a:rPr lang="en-GB" dirty="0"/>
            <a:t>Fix</a:t>
          </a:r>
        </a:p>
      </dgm:t>
    </dgm:pt>
    <dgm:pt modelId="{94D3BB5C-10B5-C34C-BF8E-A048A70B98D5}" type="parTrans" cxnId="{976C5856-CDB5-1040-B6CB-FF9F12457F73}">
      <dgm:prSet/>
      <dgm:spPr/>
      <dgm:t>
        <a:bodyPr/>
        <a:lstStyle/>
        <a:p>
          <a:endParaRPr lang="en-GB"/>
        </a:p>
      </dgm:t>
    </dgm:pt>
    <dgm:pt modelId="{5AACA939-942E-5B44-956C-8DC3AF950062}" type="sibTrans" cxnId="{976C5856-CDB5-1040-B6CB-FF9F12457F73}">
      <dgm:prSet/>
      <dgm:spPr/>
      <dgm:t>
        <a:bodyPr/>
        <a:lstStyle/>
        <a:p>
          <a:endParaRPr lang="en-GB"/>
        </a:p>
      </dgm:t>
    </dgm:pt>
    <dgm:pt modelId="{BF439FCD-46E0-6B42-AC08-DAB07C98E883}" type="pres">
      <dgm:prSet presAssocID="{465990C8-78C6-2B4A-A0FD-227F0ECD45CC}" presName="Name0" presStyleCnt="0">
        <dgm:presLayoutVars>
          <dgm:dir/>
          <dgm:resizeHandles val="exact"/>
        </dgm:presLayoutVars>
      </dgm:prSet>
      <dgm:spPr/>
    </dgm:pt>
    <dgm:pt modelId="{5AF2DBA9-F4B3-894F-967F-E8FEA45142D6}" type="pres">
      <dgm:prSet presAssocID="{465990C8-78C6-2B4A-A0FD-227F0ECD45CC}" presName="cycle" presStyleCnt="0"/>
      <dgm:spPr/>
    </dgm:pt>
    <dgm:pt modelId="{045165E4-8C50-7D48-A005-3E0FE4849F41}" type="pres">
      <dgm:prSet presAssocID="{710458ED-D02C-384B-994A-543F80E87DF9}" presName="nodeFirstNode" presStyleLbl="node1" presStyleIdx="0" presStyleCnt="3">
        <dgm:presLayoutVars>
          <dgm:bulletEnabled val="1"/>
        </dgm:presLayoutVars>
      </dgm:prSet>
      <dgm:spPr/>
    </dgm:pt>
    <dgm:pt modelId="{B31182FD-350F-8C49-8B27-239C321C83CB}" type="pres">
      <dgm:prSet presAssocID="{60003CD8-3F3A-5448-9767-96ACDC2E142F}" presName="sibTransFirstNode" presStyleLbl="bgShp" presStyleIdx="0" presStyleCnt="1"/>
      <dgm:spPr/>
    </dgm:pt>
    <dgm:pt modelId="{1C656EFD-F51B-D74A-8E38-8CD9E932569F}" type="pres">
      <dgm:prSet presAssocID="{AF45B1BF-ABDE-6D47-A792-BB8B2105806F}" presName="nodeFollowingNodes" presStyleLbl="node1" presStyleIdx="1" presStyleCnt="3">
        <dgm:presLayoutVars>
          <dgm:bulletEnabled val="1"/>
        </dgm:presLayoutVars>
      </dgm:prSet>
      <dgm:spPr/>
    </dgm:pt>
    <dgm:pt modelId="{813B7B8D-AC54-CA49-9910-AA1313CB85C5}" type="pres">
      <dgm:prSet presAssocID="{B7241C8D-D129-1849-A704-BAEFFB7803D0}" presName="nodeFollowingNodes" presStyleLbl="node1" presStyleIdx="2" presStyleCnt="3">
        <dgm:presLayoutVars>
          <dgm:bulletEnabled val="1"/>
        </dgm:presLayoutVars>
      </dgm:prSet>
      <dgm:spPr/>
    </dgm:pt>
  </dgm:ptLst>
  <dgm:cxnLst>
    <dgm:cxn modelId="{6726661A-592F-3243-8DA2-F2281ACABE0E}" type="presOf" srcId="{60003CD8-3F3A-5448-9767-96ACDC2E142F}" destId="{B31182FD-350F-8C49-8B27-239C321C83CB}" srcOrd="0" destOrd="0" presId="urn:microsoft.com/office/officeart/2005/8/layout/cycle3"/>
    <dgm:cxn modelId="{B1B17053-DFAF-EF42-AAAE-8C0633FD2D24}" type="presOf" srcId="{AF45B1BF-ABDE-6D47-A792-BB8B2105806F}" destId="{1C656EFD-F51B-D74A-8E38-8CD9E932569F}" srcOrd="0" destOrd="0" presId="urn:microsoft.com/office/officeart/2005/8/layout/cycle3"/>
    <dgm:cxn modelId="{976C5856-CDB5-1040-B6CB-FF9F12457F73}" srcId="{465990C8-78C6-2B4A-A0FD-227F0ECD45CC}" destId="{B7241C8D-D129-1849-A704-BAEFFB7803D0}" srcOrd="2" destOrd="0" parTransId="{94D3BB5C-10B5-C34C-BF8E-A048A70B98D5}" sibTransId="{5AACA939-942E-5B44-956C-8DC3AF950062}"/>
    <dgm:cxn modelId="{51069085-EF92-B847-B1BE-05C557CEE285}" type="presOf" srcId="{B7241C8D-D129-1849-A704-BAEFFB7803D0}" destId="{813B7B8D-AC54-CA49-9910-AA1313CB85C5}" srcOrd="0" destOrd="0" presId="urn:microsoft.com/office/officeart/2005/8/layout/cycle3"/>
    <dgm:cxn modelId="{33CF4496-E9E1-2347-ACC2-772BB82C6F5C}" srcId="{465990C8-78C6-2B4A-A0FD-227F0ECD45CC}" destId="{AF45B1BF-ABDE-6D47-A792-BB8B2105806F}" srcOrd="1" destOrd="0" parTransId="{FE11AC97-963E-854D-9DEF-4278B0738864}" sibTransId="{296D95B1-3438-DB4A-B927-3CD4ACD1F78F}"/>
    <dgm:cxn modelId="{4E2A5EA1-EA76-D048-95DC-EEDEFD00679A}" type="presOf" srcId="{465990C8-78C6-2B4A-A0FD-227F0ECD45CC}" destId="{BF439FCD-46E0-6B42-AC08-DAB07C98E883}" srcOrd="0" destOrd="0" presId="urn:microsoft.com/office/officeart/2005/8/layout/cycle3"/>
    <dgm:cxn modelId="{1566B2A5-EBBA-724B-A3CB-C22E9F2F8C1B}" srcId="{465990C8-78C6-2B4A-A0FD-227F0ECD45CC}" destId="{710458ED-D02C-384B-994A-543F80E87DF9}" srcOrd="0" destOrd="0" parTransId="{246B7C17-D566-CA4F-A29A-4C2BB88F247D}" sibTransId="{60003CD8-3F3A-5448-9767-96ACDC2E142F}"/>
    <dgm:cxn modelId="{866FF2C6-B5A6-DA46-B6AC-10696831553D}" type="presOf" srcId="{710458ED-D02C-384B-994A-543F80E87DF9}" destId="{045165E4-8C50-7D48-A005-3E0FE4849F41}" srcOrd="0" destOrd="0" presId="urn:microsoft.com/office/officeart/2005/8/layout/cycle3"/>
    <dgm:cxn modelId="{0A3B953A-5955-4549-B674-C9D695E6D3A6}" type="presParOf" srcId="{BF439FCD-46E0-6B42-AC08-DAB07C98E883}" destId="{5AF2DBA9-F4B3-894F-967F-E8FEA45142D6}" srcOrd="0" destOrd="0" presId="urn:microsoft.com/office/officeart/2005/8/layout/cycle3"/>
    <dgm:cxn modelId="{72A93804-9200-C24E-99E9-325869B229F9}" type="presParOf" srcId="{5AF2DBA9-F4B3-894F-967F-E8FEA45142D6}" destId="{045165E4-8C50-7D48-A005-3E0FE4849F41}" srcOrd="0" destOrd="0" presId="urn:microsoft.com/office/officeart/2005/8/layout/cycle3"/>
    <dgm:cxn modelId="{F2F13B5B-3982-2C40-97F7-2A4CB30F60B9}" type="presParOf" srcId="{5AF2DBA9-F4B3-894F-967F-E8FEA45142D6}" destId="{B31182FD-350F-8C49-8B27-239C321C83CB}" srcOrd="1" destOrd="0" presId="urn:microsoft.com/office/officeart/2005/8/layout/cycle3"/>
    <dgm:cxn modelId="{1B44A79B-70CB-4A4E-8352-0B06E75113DC}" type="presParOf" srcId="{5AF2DBA9-F4B3-894F-967F-E8FEA45142D6}" destId="{1C656EFD-F51B-D74A-8E38-8CD9E932569F}" srcOrd="2" destOrd="0" presId="urn:microsoft.com/office/officeart/2005/8/layout/cycle3"/>
    <dgm:cxn modelId="{8A08A9F6-3F61-0F49-8454-A74BD8B7CF85}" type="presParOf" srcId="{5AF2DBA9-F4B3-894F-967F-E8FEA45142D6}" destId="{813B7B8D-AC54-CA49-9910-AA1313CB85C5}" srcOrd="3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422249F-E9A6-5249-941E-2B0513FCE5B1}" type="doc">
      <dgm:prSet loTypeId="urn:microsoft.com/office/officeart/2005/8/layout/pyramid1" loCatId="" qsTypeId="urn:microsoft.com/office/officeart/2005/8/quickstyle/simple1" qsCatId="simple" csTypeId="urn:microsoft.com/office/officeart/2005/8/colors/accent1_2" csCatId="accent1" phldr="1"/>
      <dgm:spPr/>
    </dgm:pt>
    <dgm:pt modelId="{4BC5225A-D32F-FC44-8415-CF22EE412B7E}">
      <dgm:prSet phldrT="[Text]"/>
      <dgm:spPr/>
      <dgm:t>
        <a:bodyPr/>
        <a:lstStyle/>
        <a:p>
          <a:endParaRPr lang="en-GB" dirty="0"/>
        </a:p>
        <a:p>
          <a:r>
            <a:rPr lang="en-GB" dirty="0"/>
            <a:t>Reg</a:t>
          </a:r>
        </a:p>
      </dgm:t>
    </dgm:pt>
    <dgm:pt modelId="{3497F95E-4EF6-2247-A96A-4A31BD7A0E8B}" type="parTrans" cxnId="{560D88F9-5ECE-0346-BA36-DAE23718525F}">
      <dgm:prSet/>
      <dgm:spPr/>
      <dgm:t>
        <a:bodyPr/>
        <a:lstStyle/>
        <a:p>
          <a:endParaRPr lang="en-GB"/>
        </a:p>
      </dgm:t>
    </dgm:pt>
    <dgm:pt modelId="{A2E8BBAF-E423-8843-AA84-BB2035F89A3C}" type="sibTrans" cxnId="{560D88F9-5ECE-0346-BA36-DAE23718525F}">
      <dgm:prSet/>
      <dgm:spPr/>
      <dgm:t>
        <a:bodyPr/>
        <a:lstStyle/>
        <a:p>
          <a:endParaRPr lang="en-GB"/>
        </a:p>
      </dgm:t>
    </dgm:pt>
    <dgm:pt modelId="{19A2D6FA-6F1A-1443-8FA7-EEC342746785}">
      <dgm:prSet phldrT="[Text]"/>
      <dgm:spPr/>
      <dgm:t>
        <a:bodyPr/>
        <a:lstStyle/>
        <a:p>
          <a:r>
            <a:rPr lang="en-GB" dirty="0"/>
            <a:t>L1 Cache</a:t>
          </a:r>
        </a:p>
      </dgm:t>
    </dgm:pt>
    <dgm:pt modelId="{FE8B3FBD-6E87-C646-A8A3-447EE1E3FBB1}" type="parTrans" cxnId="{B08EE4E6-4299-CA44-90EE-44025303868C}">
      <dgm:prSet/>
      <dgm:spPr/>
      <dgm:t>
        <a:bodyPr/>
        <a:lstStyle/>
        <a:p>
          <a:endParaRPr lang="en-GB"/>
        </a:p>
      </dgm:t>
    </dgm:pt>
    <dgm:pt modelId="{85D63011-E6DF-2849-830C-BF6B88CB564D}" type="sibTrans" cxnId="{B08EE4E6-4299-CA44-90EE-44025303868C}">
      <dgm:prSet/>
      <dgm:spPr/>
      <dgm:t>
        <a:bodyPr/>
        <a:lstStyle/>
        <a:p>
          <a:endParaRPr lang="en-GB"/>
        </a:p>
      </dgm:t>
    </dgm:pt>
    <dgm:pt modelId="{77BC1B7F-FE99-5541-859D-7BCE6A13DD1D}">
      <dgm:prSet phldrT="[Text]"/>
      <dgm:spPr/>
      <dgm:t>
        <a:bodyPr/>
        <a:lstStyle/>
        <a:p>
          <a:r>
            <a:rPr lang="en-GB" dirty="0"/>
            <a:t>L2 Cache</a:t>
          </a:r>
        </a:p>
      </dgm:t>
    </dgm:pt>
    <dgm:pt modelId="{944008DF-872E-3142-873D-3BE0212FABC6}" type="parTrans" cxnId="{77FA137B-F7E2-9448-8CD3-97AA31426AB5}">
      <dgm:prSet/>
      <dgm:spPr/>
      <dgm:t>
        <a:bodyPr/>
        <a:lstStyle/>
        <a:p>
          <a:endParaRPr lang="en-GB"/>
        </a:p>
      </dgm:t>
    </dgm:pt>
    <dgm:pt modelId="{A09B1E7B-87DD-6541-B769-C212313BB358}" type="sibTrans" cxnId="{77FA137B-F7E2-9448-8CD3-97AA31426AB5}">
      <dgm:prSet/>
      <dgm:spPr/>
      <dgm:t>
        <a:bodyPr/>
        <a:lstStyle/>
        <a:p>
          <a:endParaRPr lang="en-GB"/>
        </a:p>
      </dgm:t>
    </dgm:pt>
    <dgm:pt modelId="{2089A45A-9450-9A43-B2C3-1BB32097D1E9}">
      <dgm:prSet phldrT="[Text]"/>
      <dgm:spPr/>
      <dgm:t>
        <a:bodyPr/>
        <a:lstStyle/>
        <a:p>
          <a:r>
            <a:rPr lang="en-GB" dirty="0"/>
            <a:t>LLC Cache</a:t>
          </a:r>
        </a:p>
      </dgm:t>
    </dgm:pt>
    <dgm:pt modelId="{54717654-C636-0243-8043-B4C203A44847}" type="parTrans" cxnId="{EEB6338E-508F-F845-BE18-2C1A55D9F14E}">
      <dgm:prSet/>
      <dgm:spPr/>
      <dgm:t>
        <a:bodyPr/>
        <a:lstStyle/>
        <a:p>
          <a:endParaRPr lang="en-GB"/>
        </a:p>
      </dgm:t>
    </dgm:pt>
    <dgm:pt modelId="{7A0CC5B0-AF0E-2B44-A1C8-944207140308}" type="sibTrans" cxnId="{EEB6338E-508F-F845-BE18-2C1A55D9F14E}">
      <dgm:prSet/>
      <dgm:spPr/>
      <dgm:t>
        <a:bodyPr/>
        <a:lstStyle/>
        <a:p>
          <a:endParaRPr lang="en-GB"/>
        </a:p>
      </dgm:t>
    </dgm:pt>
    <dgm:pt modelId="{9721DFCB-5639-084D-98A6-60266FF26FDA}">
      <dgm:prSet/>
      <dgm:spPr/>
      <dgm:t>
        <a:bodyPr/>
        <a:lstStyle/>
        <a:p>
          <a:r>
            <a:rPr lang="en-GB" dirty="0"/>
            <a:t>DRAM</a:t>
          </a:r>
        </a:p>
      </dgm:t>
    </dgm:pt>
    <dgm:pt modelId="{2E1F1DF9-D195-7247-B9E9-964BC906F919}" type="parTrans" cxnId="{AA164F65-E33C-8A4B-B2C2-5149C9FF5839}">
      <dgm:prSet/>
      <dgm:spPr/>
      <dgm:t>
        <a:bodyPr/>
        <a:lstStyle/>
        <a:p>
          <a:endParaRPr lang="en-GB"/>
        </a:p>
      </dgm:t>
    </dgm:pt>
    <dgm:pt modelId="{8D8A2D8D-BC93-BB4A-A8FE-4CE48BD4A55E}" type="sibTrans" cxnId="{AA164F65-E33C-8A4B-B2C2-5149C9FF5839}">
      <dgm:prSet/>
      <dgm:spPr/>
      <dgm:t>
        <a:bodyPr/>
        <a:lstStyle/>
        <a:p>
          <a:endParaRPr lang="en-GB"/>
        </a:p>
      </dgm:t>
    </dgm:pt>
    <dgm:pt modelId="{4996A124-28EB-DD4A-8D2C-708615BB0008}" type="pres">
      <dgm:prSet presAssocID="{6422249F-E9A6-5249-941E-2B0513FCE5B1}" presName="Name0" presStyleCnt="0">
        <dgm:presLayoutVars>
          <dgm:dir/>
          <dgm:animLvl val="lvl"/>
          <dgm:resizeHandles val="exact"/>
        </dgm:presLayoutVars>
      </dgm:prSet>
      <dgm:spPr/>
    </dgm:pt>
    <dgm:pt modelId="{6A9C3274-1D09-A24B-8A9C-F5BEFA280265}" type="pres">
      <dgm:prSet presAssocID="{4BC5225A-D32F-FC44-8415-CF22EE412B7E}" presName="Name8" presStyleCnt="0"/>
      <dgm:spPr/>
    </dgm:pt>
    <dgm:pt modelId="{8A3BBCFE-AD1E-A24F-8AF2-DF877FF4D458}" type="pres">
      <dgm:prSet presAssocID="{4BC5225A-D32F-FC44-8415-CF22EE412B7E}" presName="level" presStyleLbl="node1" presStyleIdx="0" presStyleCnt="5">
        <dgm:presLayoutVars>
          <dgm:chMax val="1"/>
          <dgm:bulletEnabled val="1"/>
        </dgm:presLayoutVars>
      </dgm:prSet>
      <dgm:spPr/>
    </dgm:pt>
    <dgm:pt modelId="{714C04A1-8916-1348-8BCE-FFB92FCAEFED}" type="pres">
      <dgm:prSet presAssocID="{4BC5225A-D32F-FC44-8415-CF22EE412B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A3847BD4-B7E8-F34C-A72C-4E1EC0CED200}" type="pres">
      <dgm:prSet presAssocID="{19A2D6FA-6F1A-1443-8FA7-EEC342746785}" presName="Name8" presStyleCnt="0"/>
      <dgm:spPr/>
    </dgm:pt>
    <dgm:pt modelId="{920F2EBC-F607-724F-BD35-C16C01F66C40}" type="pres">
      <dgm:prSet presAssocID="{19A2D6FA-6F1A-1443-8FA7-EEC342746785}" presName="level" presStyleLbl="node1" presStyleIdx="1" presStyleCnt="5">
        <dgm:presLayoutVars>
          <dgm:chMax val="1"/>
          <dgm:bulletEnabled val="1"/>
        </dgm:presLayoutVars>
      </dgm:prSet>
      <dgm:spPr/>
    </dgm:pt>
    <dgm:pt modelId="{EEF7B346-22CF-8D4C-BADD-120B556FA2B0}" type="pres">
      <dgm:prSet presAssocID="{19A2D6FA-6F1A-1443-8FA7-EEC342746785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0C84DCE-635E-0A40-BE07-461353975D6A}" type="pres">
      <dgm:prSet presAssocID="{77BC1B7F-FE99-5541-859D-7BCE6A13DD1D}" presName="Name8" presStyleCnt="0"/>
      <dgm:spPr/>
    </dgm:pt>
    <dgm:pt modelId="{A7F7CBA5-D669-EF48-B25B-FF287E6D84EA}" type="pres">
      <dgm:prSet presAssocID="{77BC1B7F-FE99-5541-859D-7BCE6A13DD1D}" presName="level" presStyleLbl="node1" presStyleIdx="2" presStyleCnt="5">
        <dgm:presLayoutVars>
          <dgm:chMax val="1"/>
          <dgm:bulletEnabled val="1"/>
        </dgm:presLayoutVars>
      </dgm:prSet>
      <dgm:spPr/>
    </dgm:pt>
    <dgm:pt modelId="{0383CF29-4C9F-AC4D-9645-2FBC35464BC5}" type="pres">
      <dgm:prSet presAssocID="{77BC1B7F-FE99-5541-859D-7BCE6A13DD1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B8A9943-65E2-9B4D-9452-8D63D4C1F335}" type="pres">
      <dgm:prSet presAssocID="{2089A45A-9450-9A43-B2C3-1BB32097D1E9}" presName="Name8" presStyleCnt="0"/>
      <dgm:spPr/>
    </dgm:pt>
    <dgm:pt modelId="{183490AB-4DB1-7842-B782-3B4C879974EB}" type="pres">
      <dgm:prSet presAssocID="{2089A45A-9450-9A43-B2C3-1BB32097D1E9}" presName="level" presStyleLbl="node1" presStyleIdx="3" presStyleCnt="5">
        <dgm:presLayoutVars>
          <dgm:chMax val="1"/>
          <dgm:bulletEnabled val="1"/>
        </dgm:presLayoutVars>
      </dgm:prSet>
      <dgm:spPr/>
    </dgm:pt>
    <dgm:pt modelId="{A7D8AF27-B6A4-BD48-B7B7-F62FF850C048}" type="pres">
      <dgm:prSet presAssocID="{2089A45A-9450-9A43-B2C3-1BB32097D1E9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6712D9D-6B7C-6C4D-A2DA-D61185B9492C}" type="pres">
      <dgm:prSet presAssocID="{9721DFCB-5639-084D-98A6-60266FF26FDA}" presName="Name8" presStyleCnt="0"/>
      <dgm:spPr/>
    </dgm:pt>
    <dgm:pt modelId="{6E27E759-5624-4B4A-B0EA-B06B8CC33536}" type="pres">
      <dgm:prSet presAssocID="{9721DFCB-5639-084D-98A6-60266FF26FDA}" presName="level" presStyleLbl="node1" presStyleIdx="4" presStyleCnt="5">
        <dgm:presLayoutVars>
          <dgm:chMax val="1"/>
          <dgm:bulletEnabled val="1"/>
        </dgm:presLayoutVars>
      </dgm:prSet>
      <dgm:spPr/>
    </dgm:pt>
    <dgm:pt modelId="{3F98CFD8-CDD0-A749-9D9F-2DFD7316B8ED}" type="pres">
      <dgm:prSet presAssocID="{9721DFCB-5639-084D-98A6-60266FF26FDA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86E7CE24-B540-0D41-9669-143303D81FED}" type="presOf" srcId="{4BC5225A-D32F-FC44-8415-CF22EE412B7E}" destId="{8A3BBCFE-AD1E-A24F-8AF2-DF877FF4D458}" srcOrd="0" destOrd="0" presId="urn:microsoft.com/office/officeart/2005/8/layout/pyramid1"/>
    <dgm:cxn modelId="{62A2085A-1E29-D641-8A13-FDAE936F128E}" type="presOf" srcId="{19A2D6FA-6F1A-1443-8FA7-EEC342746785}" destId="{920F2EBC-F607-724F-BD35-C16C01F66C40}" srcOrd="0" destOrd="0" presId="urn:microsoft.com/office/officeart/2005/8/layout/pyramid1"/>
    <dgm:cxn modelId="{F5592464-7699-AF48-998C-66D826D0A169}" type="presOf" srcId="{19A2D6FA-6F1A-1443-8FA7-EEC342746785}" destId="{EEF7B346-22CF-8D4C-BADD-120B556FA2B0}" srcOrd="1" destOrd="0" presId="urn:microsoft.com/office/officeart/2005/8/layout/pyramid1"/>
    <dgm:cxn modelId="{AA164F65-E33C-8A4B-B2C2-5149C9FF5839}" srcId="{6422249F-E9A6-5249-941E-2B0513FCE5B1}" destId="{9721DFCB-5639-084D-98A6-60266FF26FDA}" srcOrd="4" destOrd="0" parTransId="{2E1F1DF9-D195-7247-B9E9-964BC906F919}" sibTransId="{8D8A2D8D-BC93-BB4A-A8FE-4CE48BD4A55E}"/>
    <dgm:cxn modelId="{DBDFB676-9A07-0940-846A-41B15BF43DD0}" type="presOf" srcId="{2089A45A-9450-9A43-B2C3-1BB32097D1E9}" destId="{A7D8AF27-B6A4-BD48-B7B7-F62FF850C048}" srcOrd="1" destOrd="0" presId="urn:microsoft.com/office/officeart/2005/8/layout/pyramid1"/>
    <dgm:cxn modelId="{77FA137B-F7E2-9448-8CD3-97AA31426AB5}" srcId="{6422249F-E9A6-5249-941E-2B0513FCE5B1}" destId="{77BC1B7F-FE99-5541-859D-7BCE6A13DD1D}" srcOrd="2" destOrd="0" parTransId="{944008DF-872E-3142-873D-3BE0212FABC6}" sibTransId="{A09B1E7B-87DD-6541-B769-C212313BB358}"/>
    <dgm:cxn modelId="{EEB6338E-508F-F845-BE18-2C1A55D9F14E}" srcId="{6422249F-E9A6-5249-941E-2B0513FCE5B1}" destId="{2089A45A-9450-9A43-B2C3-1BB32097D1E9}" srcOrd="3" destOrd="0" parTransId="{54717654-C636-0243-8043-B4C203A44847}" sibTransId="{7A0CC5B0-AF0E-2B44-A1C8-944207140308}"/>
    <dgm:cxn modelId="{9D7D65A9-5C26-9D45-B34A-98DF66C3F0E1}" type="presOf" srcId="{2089A45A-9450-9A43-B2C3-1BB32097D1E9}" destId="{183490AB-4DB1-7842-B782-3B4C879974EB}" srcOrd="0" destOrd="0" presId="urn:microsoft.com/office/officeart/2005/8/layout/pyramid1"/>
    <dgm:cxn modelId="{4328D1BA-69F7-6D4B-BA3B-7610E6D496CB}" type="presOf" srcId="{77BC1B7F-FE99-5541-859D-7BCE6A13DD1D}" destId="{0383CF29-4C9F-AC4D-9645-2FBC35464BC5}" srcOrd="1" destOrd="0" presId="urn:microsoft.com/office/officeart/2005/8/layout/pyramid1"/>
    <dgm:cxn modelId="{EB2105BE-224E-7247-9714-AD3C5CBE11AF}" type="presOf" srcId="{4BC5225A-D32F-FC44-8415-CF22EE412B7E}" destId="{714C04A1-8916-1348-8BCE-FFB92FCAEFED}" srcOrd="1" destOrd="0" presId="urn:microsoft.com/office/officeart/2005/8/layout/pyramid1"/>
    <dgm:cxn modelId="{12D935CD-8EFC-6A48-A2BB-1800FFF60418}" type="presOf" srcId="{77BC1B7F-FE99-5541-859D-7BCE6A13DD1D}" destId="{A7F7CBA5-D669-EF48-B25B-FF287E6D84EA}" srcOrd="0" destOrd="0" presId="urn:microsoft.com/office/officeart/2005/8/layout/pyramid1"/>
    <dgm:cxn modelId="{4E4F27DA-65B6-F243-BB59-9D117AE35863}" type="presOf" srcId="{6422249F-E9A6-5249-941E-2B0513FCE5B1}" destId="{4996A124-28EB-DD4A-8D2C-708615BB0008}" srcOrd="0" destOrd="0" presId="urn:microsoft.com/office/officeart/2005/8/layout/pyramid1"/>
    <dgm:cxn modelId="{FA0D11DF-6607-C64D-AC4E-84661576E616}" type="presOf" srcId="{9721DFCB-5639-084D-98A6-60266FF26FDA}" destId="{3F98CFD8-CDD0-A749-9D9F-2DFD7316B8ED}" srcOrd="1" destOrd="0" presId="urn:microsoft.com/office/officeart/2005/8/layout/pyramid1"/>
    <dgm:cxn modelId="{B08EE4E6-4299-CA44-90EE-44025303868C}" srcId="{6422249F-E9A6-5249-941E-2B0513FCE5B1}" destId="{19A2D6FA-6F1A-1443-8FA7-EEC342746785}" srcOrd="1" destOrd="0" parTransId="{FE8B3FBD-6E87-C646-A8A3-447EE1E3FBB1}" sibTransId="{85D63011-E6DF-2849-830C-BF6B88CB564D}"/>
    <dgm:cxn modelId="{553A24F3-ADCF-F14B-837A-B2AD13BCA946}" type="presOf" srcId="{9721DFCB-5639-084D-98A6-60266FF26FDA}" destId="{6E27E759-5624-4B4A-B0EA-B06B8CC33536}" srcOrd="0" destOrd="0" presId="urn:microsoft.com/office/officeart/2005/8/layout/pyramid1"/>
    <dgm:cxn modelId="{560D88F9-5ECE-0346-BA36-DAE23718525F}" srcId="{6422249F-E9A6-5249-941E-2B0513FCE5B1}" destId="{4BC5225A-D32F-FC44-8415-CF22EE412B7E}" srcOrd="0" destOrd="0" parTransId="{3497F95E-4EF6-2247-A96A-4A31BD7A0E8B}" sibTransId="{A2E8BBAF-E423-8843-AA84-BB2035F89A3C}"/>
    <dgm:cxn modelId="{47A2BC09-38A3-D647-BF25-B81FD4FAC0BB}" type="presParOf" srcId="{4996A124-28EB-DD4A-8D2C-708615BB0008}" destId="{6A9C3274-1D09-A24B-8A9C-F5BEFA280265}" srcOrd="0" destOrd="0" presId="urn:microsoft.com/office/officeart/2005/8/layout/pyramid1"/>
    <dgm:cxn modelId="{7747AEAE-74F7-A447-8F47-FB5C7299356E}" type="presParOf" srcId="{6A9C3274-1D09-A24B-8A9C-F5BEFA280265}" destId="{8A3BBCFE-AD1E-A24F-8AF2-DF877FF4D458}" srcOrd="0" destOrd="0" presId="urn:microsoft.com/office/officeart/2005/8/layout/pyramid1"/>
    <dgm:cxn modelId="{7BEE5D2A-63C1-AE4D-BC87-8C48F8EE893E}" type="presParOf" srcId="{6A9C3274-1D09-A24B-8A9C-F5BEFA280265}" destId="{714C04A1-8916-1348-8BCE-FFB92FCAEFED}" srcOrd="1" destOrd="0" presId="urn:microsoft.com/office/officeart/2005/8/layout/pyramid1"/>
    <dgm:cxn modelId="{BEA79F76-713E-034B-988C-58B1092BFD8E}" type="presParOf" srcId="{4996A124-28EB-DD4A-8D2C-708615BB0008}" destId="{A3847BD4-B7E8-F34C-A72C-4E1EC0CED200}" srcOrd="1" destOrd="0" presId="urn:microsoft.com/office/officeart/2005/8/layout/pyramid1"/>
    <dgm:cxn modelId="{4C6F6AA4-737F-DD40-8681-15D0F27D79AB}" type="presParOf" srcId="{A3847BD4-B7E8-F34C-A72C-4E1EC0CED200}" destId="{920F2EBC-F607-724F-BD35-C16C01F66C40}" srcOrd="0" destOrd="0" presId="urn:microsoft.com/office/officeart/2005/8/layout/pyramid1"/>
    <dgm:cxn modelId="{D79C241B-FF4B-B144-BE05-8132D17AF9A3}" type="presParOf" srcId="{A3847BD4-B7E8-F34C-A72C-4E1EC0CED200}" destId="{EEF7B346-22CF-8D4C-BADD-120B556FA2B0}" srcOrd="1" destOrd="0" presId="urn:microsoft.com/office/officeart/2005/8/layout/pyramid1"/>
    <dgm:cxn modelId="{5B4E1606-BE3B-5B45-8DE4-C5CA407E030C}" type="presParOf" srcId="{4996A124-28EB-DD4A-8D2C-708615BB0008}" destId="{F0C84DCE-635E-0A40-BE07-461353975D6A}" srcOrd="2" destOrd="0" presId="urn:microsoft.com/office/officeart/2005/8/layout/pyramid1"/>
    <dgm:cxn modelId="{DFA69EE7-DEBE-9749-99CC-74FE993D2489}" type="presParOf" srcId="{F0C84DCE-635E-0A40-BE07-461353975D6A}" destId="{A7F7CBA5-D669-EF48-B25B-FF287E6D84EA}" srcOrd="0" destOrd="0" presId="urn:microsoft.com/office/officeart/2005/8/layout/pyramid1"/>
    <dgm:cxn modelId="{33CA3D7C-A827-CF4F-938B-FA4A2B26ADCA}" type="presParOf" srcId="{F0C84DCE-635E-0A40-BE07-461353975D6A}" destId="{0383CF29-4C9F-AC4D-9645-2FBC35464BC5}" srcOrd="1" destOrd="0" presId="urn:microsoft.com/office/officeart/2005/8/layout/pyramid1"/>
    <dgm:cxn modelId="{DC279040-27FC-A04E-B151-B68F51442B06}" type="presParOf" srcId="{4996A124-28EB-DD4A-8D2C-708615BB0008}" destId="{4B8A9943-65E2-9B4D-9452-8D63D4C1F335}" srcOrd="3" destOrd="0" presId="urn:microsoft.com/office/officeart/2005/8/layout/pyramid1"/>
    <dgm:cxn modelId="{FAA364BD-9618-2C45-A01C-D474BA524E93}" type="presParOf" srcId="{4B8A9943-65E2-9B4D-9452-8D63D4C1F335}" destId="{183490AB-4DB1-7842-B782-3B4C879974EB}" srcOrd="0" destOrd="0" presId="urn:microsoft.com/office/officeart/2005/8/layout/pyramid1"/>
    <dgm:cxn modelId="{EA8BD4FA-EA8D-A74E-BA61-C33051796287}" type="presParOf" srcId="{4B8A9943-65E2-9B4D-9452-8D63D4C1F335}" destId="{A7D8AF27-B6A4-BD48-B7B7-F62FF850C048}" srcOrd="1" destOrd="0" presId="urn:microsoft.com/office/officeart/2005/8/layout/pyramid1"/>
    <dgm:cxn modelId="{04E792E4-0555-D444-B783-37997F5F81AA}" type="presParOf" srcId="{4996A124-28EB-DD4A-8D2C-708615BB0008}" destId="{36712D9D-6B7C-6C4D-A2DA-D61185B9492C}" srcOrd="4" destOrd="0" presId="urn:microsoft.com/office/officeart/2005/8/layout/pyramid1"/>
    <dgm:cxn modelId="{17963A76-D9F9-8942-A195-88DF8083D47E}" type="presParOf" srcId="{36712D9D-6B7C-6C4D-A2DA-D61185B9492C}" destId="{6E27E759-5624-4B4A-B0EA-B06B8CC33536}" srcOrd="0" destOrd="0" presId="urn:microsoft.com/office/officeart/2005/8/layout/pyramid1"/>
    <dgm:cxn modelId="{E53F8D34-FDE6-A64E-BB20-5BE09DFC60CD}" type="presParOf" srcId="{36712D9D-6B7C-6C4D-A2DA-D61185B9492C}" destId="{3F98CFD8-CDD0-A749-9D9F-2DFD7316B8ED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9111D73-AB3E-43B9-824D-13AB6E0E6C6B}" type="doc">
      <dgm:prSet loTypeId="urn:microsoft.com/office/officeart/2016/7/layout/LinearArrowProcessNumbered" loCatId="process" qsTypeId="urn:microsoft.com/office/officeart/2005/8/quickstyle/simple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6BC85E1-2512-44B8-9BD5-075BF941F69B}">
      <dgm:prSet custT="1"/>
      <dgm:spPr/>
      <dgm:t>
        <a:bodyPr/>
        <a:lstStyle/>
        <a:p>
          <a:r>
            <a:rPr lang="en-GB" sz="1600" b="1" dirty="0"/>
            <a:t>Step 1 </a:t>
          </a:r>
          <a:r>
            <a:rPr lang="en-GB" sz="1600" dirty="0"/>
            <a:t>-- Profile: collect hardware counter data on the unmodified workload</a:t>
          </a:r>
          <a:endParaRPr lang="en-US" sz="1600" dirty="0"/>
        </a:p>
      </dgm:t>
    </dgm:pt>
    <dgm:pt modelId="{5DE5030E-9ED6-4CDF-9630-880AABA004AA}" type="parTrans" cxnId="{DABC536D-D5AA-4BBC-9840-EDC9E07BDE5E}">
      <dgm:prSet/>
      <dgm:spPr/>
      <dgm:t>
        <a:bodyPr/>
        <a:lstStyle/>
        <a:p>
          <a:endParaRPr lang="en-US"/>
        </a:p>
      </dgm:t>
    </dgm:pt>
    <dgm:pt modelId="{0060A82B-FD74-45AD-8C24-0A6F4C3B5B23}" type="sibTrans" cxnId="{DABC536D-D5AA-4BBC-9840-EDC9E07BDE5E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F05154AC-2D52-41E0-9271-82D83211C073}">
      <dgm:prSet custT="1"/>
      <dgm:spPr/>
      <dgm:t>
        <a:bodyPr/>
        <a:lstStyle/>
        <a:p>
          <a:r>
            <a:rPr lang="en-GB" sz="1600" b="1" dirty="0"/>
            <a:t>Step 2 </a:t>
          </a:r>
          <a:r>
            <a:rPr lang="en-GB" sz="1600" dirty="0"/>
            <a:t>-- Diagnose: identify the dominant bottleneck from the profile</a:t>
          </a:r>
          <a:endParaRPr lang="en-US" sz="1600" dirty="0"/>
        </a:p>
      </dgm:t>
    </dgm:pt>
    <dgm:pt modelId="{B7614B77-84BF-429C-9F57-ADE3494F4494}" type="parTrans" cxnId="{6F383243-A098-4FB4-B1AB-32C90A382347}">
      <dgm:prSet/>
      <dgm:spPr/>
      <dgm:t>
        <a:bodyPr/>
        <a:lstStyle/>
        <a:p>
          <a:endParaRPr lang="en-US"/>
        </a:p>
      </dgm:t>
    </dgm:pt>
    <dgm:pt modelId="{6259FEAC-2150-49E6-8F62-8C97AE3AA679}" type="sibTrans" cxnId="{6F383243-A098-4FB4-B1AB-32C90A382347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AEDCA1DD-1A9F-4A67-B56E-D8644F40592A}">
      <dgm:prSet custT="1"/>
      <dgm:spPr/>
      <dgm:t>
        <a:bodyPr/>
        <a:lstStyle/>
        <a:p>
          <a:r>
            <a:rPr lang="en-GB" sz="1600" b="1" dirty="0"/>
            <a:t>Step 3 </a:t>
          </a:r>
          <a:r>
            <a:rPr lang="en-GB" sz="1600" dirty="0"/>
            <a:t>-- Fix: apply a targeted change that addresses the diagnosed bottleneck</a:t>
          </a:r>
          <a:endParaRPr lang="en-US" sz="1600" dirty="0"/>
        </a:p>
      </dgm:t>
    </dgm:pt>
    <dgm:pt modelId="{419F085B-B2C0-448C-B15A-B310CF0EC77A}" type="parTrans" cxnId="{C3C35C6B-8565-4323-ACD7-1905BE84F72E}">
      <dgm:prSet/>
      <dgm:spPr/>
      <dgm:t>
        <a:bodyPr/>
        <a:lstStyle/>
        <a:p>
          <a:endParaRPr lang="en-US"/>
        </a:p>
      </dgm:t>
    </dgm:pt>
    <dgm:pt modelId="{E99BBE1D-C287-4699-A28C-1543D060C280}" type="sibTrans" cxnId="{C3C35C6B-8565-4323-ACD7-1905BE84F72E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89727B69-65A0-483A-BFA9-E140D9C43C61}">
      <dgm:prSet custT="1"/>
      <dgm:spPr/>
      <dgm:t>
        <a:bodyPr/>
        <a:lstStyle/>
        <a:p>
          <a:r>
            <a:rPr lang="en-GB" sz="1600" b="1" dirty="0"/>
            <a:t>Step 4 </a:t>
          </a:r>
          <a:r>
            <a:rPr lang="en-GB" sz="1600" dirty="0"/>
            <a:t>-- Re-profile: verify the fix worked as expected</a:t>
          </a:r>
          <a:endParaRPr lang="en-US" sz="1600" dirty="0"/>
        </a:p>
      </dgm:t>
    </dgm:pt>
    <dgm:pt modelId="{3FBC40B6-8A0F-416F-9DBC-804CC4334805}" type="parTrans" cxnId="{001F6AAB-6106-4502-9C6F-5D1083359413}">
      <dgm:prSet/>
      <dgm:spPr/>
      <dgm:t>
        <a:bodyPr/>
        <a:lstStyle/>
        <a:p>
          <a:endParaRPr lang="en-US"/>
        </a:p>
      </dgm:t>
    </dgm:pt>
    <dgm:pt modelId="{8D6CCEAC-A40E-4202-AFDC-6B70F7BE90C6}" type="sibTrans" cxnId="{001F6AAB-6106-4502-9C6F-5D1083359413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9E409B94-93ED-9148-A7B9-3EF028AF8545}" type="pres">
      <dgm:prSet presAssocID="{C9111D73-AB3E-43B9-824D-13AB6E0E6C6B}" presName="linearFlow" presStyleCnt="0">
        <dgm:presLayoutVars>
          <dgm:dir/>
          <dgm:animLvl val="lvl"/>
          <dgm:resizeHandles val="exact"/>
        </dgm:presLayoutVars>
      </dgm:prSet>
      <dgm:spPr/>
    </dgm:pt>
    <dgm:pt modelId="{563686DD-3BA9-B341-AD53-3942EB47F70B}" type="pres">
      <dgm:prSet presAssocID="{86BC85E1-2512-44B8-9BD5-075BF941F69B}" presName="compositeNode" presStyleCnt="0"/>
      <dgm:spPr/>
    </dgm:pt>
    <dgm:pt modelId="{FC924CA2-83EB-6545-9EBA-6D291182DD51}" type="pres">
      <dgm:prSet presAssocID="{86BC85E1-2512-44B8-9BD5-075BF941F69B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F3523D-5D0A-9F4F-BC9F-6EFAC1292074}" type="pres">
      <dgm:prSet presAssocID="{86BC85E1-2512-44B8-9BD5-075BF941F69B}" presName="parSh" presStyleCnt="0"/>
      <dgm:spPr/>
    </dgm:pt>
    <dgm:pt modelId="{A1B09C6A-E95C-3947-A27C-075FA7401979}" type="pres">
      <dgm:prSet presAssocID="{86BC85E1-2512-44B8-9BD5-075BF941F69B}" presName="lineNode" presStyleLbl="alignAccFollowNode1" presStyleIdx="0" presStyleCnt="12"/>
      <dgm:spPr/>
    </dgm:pt>
    <dgm:pt modelId="{E5FA7C7B-3CAC-7847-B5FC-F60EC8053FD8}" type="pres">
      <dgm:prSet presAssocID="{86BC85E1-2512-44B8-9BD5-075BF941F69B}" presName="lineArrowNode" presStyleLbl="alignAccFollowNode1" presStyleIdx="1" presStyleCnt="12"/>
      <dgm:spPr/>
    </dgm:pt>
    <dgm:pt modelId="{F26874C0-53FC-BE46-BA0B-B5CD844CFE58}" type="pres">
      <dgm:prSet presAssocID="{0060A82B-FD74-45AD-8C24-0A6F4C3B5B23}" presName="sibTransNodeCircle" presStyleLbl="alignNode1" presStyleIdx="0" presStyleCnt="4">
        <dgm:presLayoutVars>
          <dgm:chMax val="0"/>
          <dgm:bulletEnabled/>
        </dgm:presLayoutVars>
      </dgm:prSet>
      <dgm:spPr/>
    </dgm:pt>
    <dgm:pt modelId="{2776E43C-3F40-0D41-BF49-233E59036358}" type="pres">
      <dgm:prSet presAssocID="{0060A82B-FD74-45AD-8C24-0A6F4C3B5B23}" presName="spacerBetweenCircleAndCallout" presStyleCnt="0">
        <dgm:presLayoutVars/>
      </dgm:prSet>
      <dgm:spPr/>
    </dgm:pt>
    <dgm:pt modelId="{3B47B872-CA98-144D-87A4-19F08923100B}" type="pres">
      <dgm:prSet presAssocID="{86BC85E1-2512-44B8-9BD5-075BF941F69B}" presName="nodeText" presStyleLbl="alignAccFollowNode1" presStyleIdx="2" presStyleCnt="12">
        <dgm:presLayoutVars>
          <dgm:bulletEnabled val="1"/>
        </dgm:presLayoutVars>
      </dgm:prSet>
      <dgm:spPr/>
    </dgm:pt>
    <dgm:pt modelId="{B3D35881-6F9C-6F4A-8D7C-C497ABAADC07}" type="pres">
      <dgm:prSet presAssocID="{0060A82B-FD74-45AD-8C24-0A6F4C3B5B23}" presName="sibTransComposite" presStyleCnt="0"/>
      <dgm:spPr/>
    </dgm:pt>
    <dgm:pt modelId="{AA84CB11-07CE-CB40-9085-8BD67E14C661}" type="pres">
      <dgm:prSet presAssocID="{F05154AC-2D52-41E0-9271-82D83211C073}" presName="compositeNode" presStyleCnt="0"/>
      <dgm:spPr/>
    </dgm:pt>
    <dgm:pt modelId="{D5B3DB57-9CE0-AC43-A0BB-D892474CF830}" type="pres">
      <dgm:prSet presAssocID="{F05154AC-2D52-41E0-9271-82D83211C073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BE62C8A-17EE-5E46-A4AA-12425BE027F6}" type="pres">
      <dgm:prSet presAssocID="{F05154AC-2D52-41E0-9271-82D83211C073}" presName="parSh" presStyleCnt="0"/>
      <dgm:spPr/>
    </dgm:pt>
    <dgm:pt modelId="{0B4AEBF5-29F3-0C49-A850-010D200BCA5D}" type="pres">
      <dgm:prSet presAssocID="{F05154AC-2D52-41E0-9271-82D83211C073}" presName="lineNode" presStyleLbl="alignAccFollowNode1" presStyleIdx="3" presStyleCnt="12"/>
      <dgm:spPr/>
    </dgm:pt>
    <dgm:pt modelId="{9EC26E3E-37E5-DB47-AD18-62D8454240A7}" type="pres">
      <dgm:prSet presAssocID="{F05154AC-2D52-41E0-9271-82D83211C073}" presName="lineArrowNode" presStyleLbl="alignAccFollowNode1" presStyleIdx="4" presStyleCnt="12"/>
      <dgm:spPr/>
    </dgm:pt>
    <dgm:pt modelId="{CECC5D11-C9FB-A14C-AB71-EBB02F9D5E94}" type="pres">
      <dgm:prSet presAssocID="{6259FEAC-2150-49E6-8F62-8C97AE3AA679}" presName="sibTransNodeCircle" presStyleLbl="alignNode1" presStyleIdx="1" presStyleCnt="4">
        <dgm:presLayoutVars>
          <dgm:chMax val="0"/>
          <dgm:bulletEnabled/>
        </dgm:presLayoutVars>
      </dgm:prSet>
      <dgm:spPr/>
    </dgm:pt>
    <dgm:pt modelId="{3A1C72E6-D00B-A540-8447-527DDF586DA1}" type="pres">
      <dgm:prSet presAssocID="{6259FEAC-2150-49E6-8F62-8C97AE3AA679}" presName="spacerBetweenCircleAndCallout" presStyleCnt="0">
        <dgm:presLayoutVars/>
      </dgm:prSet>
      <dgm:spPr/>
    </dgm:pt>
    <dgm:pt modelId="{6F4CA637-E4C5-9F4C-AEDB-084F4AC3035E}" type="pres">
      <dgm:prSet presAssocID="{F05154AC-2D52-41E0-9271-82D83211C073}" presName="nodeText" presStyleLbl="alignAccFollowNode1" presStyleIdx="5" presStyleCnt="12">
        <dgm:presLayoutVars>
          <dgm:bulletEnabled val="1"/>
        </dgm:presLayoutVars>
      </dgm:prSet>
      <dgm:spPr/>
    </dgm:pt>
    <dgm:pt modelId="{1AA7348E-55AD-C040-AE5A-A1EE56D7ECA8}" type="pres">
      <dgm:prSet presAssocID="{6259FEAC-2150-49E6-8F62-8C97AE3AA679}" presName="sibTransComposite" presStyleCnt="0"/>
      <dgm:spPr/>
    </dgm:pt>
    <dgm:pt modelId="{40AA6AFB-27C2-9F43-884C-A2DE625BBE36}" type="pres">
      <dgm:prSet presAssocID="{AEDCA1DD-1A9F-4A67-B56E-D8644F40592A}" presName="compositeNode" presStyleCnt="0"/>
      <dgm:spPr/>
    </dgm:pt>
    <dgm:pt modelId="{A6D85FE8-3FDB-C747-870A-70B468287363}" type="pres">
      <dgm:prSet presAssocID="{AEDCA1DD-1A9F-4A67-B56E-D8644F4059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073E5E0-B008-5345-A68B-9253BE63DAF1}" type="pres">
      <dgm:prSet presAssocID="{AEDCA1DD-1A9F-4A67-B56E-D8644F40592A}" presName="parSh" presStyleCnt="0"/>
      <dgm:spPr/>
    </dgm:pt>
    <dgm:pt modelId="{84EF36BE-6F4D-3241-A45C-55BAEDC01B66}" type="pres">
      <dgm:prSet presAssocID="{AEDCA1DD-1A9F-4A67-B56E-D8644F40592A}" presName="lineNode" presStyleLbl="alignAccFollowNode1" presStyleIdx="6" presStyleCnt="12"/>
      <dgm:spPr/>
    </dgm:pt>
    <dgm:pt modelId="{DE00298B-6F13-E841-9A49-3BF6FEABA28C}" type="pres">
      <dgm:prSet presAssocID="{AEDCA1DD-1A9F-4A67-B56E-D8644F40592A}" presName="lineArrowNode" presStyleLbl="alignAccFollowNode1" presStyleIdx="7" presStyleCnt="12"/>
      <dgm:spPr/>
    </dgm:pt>
    <dgm:pt modelId="{62D9155B-1155-654F-8057-4A81F363AD4F}" type="pres">
      <dgm:prSet presAssocID="{E99BBE1D-C287-4699-A28C-1543D060C280}" presName="sibTransNodeCircle" presStyleLbl="alignNode1" presStyleIdx="2" presStyleCnt="4">
        <dgm:presLayoutVars>
          <dgm:chMax val="0"/>
          <dgm:bulletEnabled/>
        </dgm:presLayoutVars>
      </dgm:prSet>
      <dgm:spPr/>
    </dgm:pt>
    <dgm:pt modelId="{7B0A9228-04D3-5A4D-B11E-92D0EB29A563}" type="pres">
      <dgm:prSet presAssocID="{E99BBE1D-C287-4699-A28C-1543D060C280}" presName="spacerBetweenCircleAndCallout" presStyleCnt="0">
        <dgm:presLayoutVars/>
      </dgm:prSet>
      <dgm:spPr/>
    </dgm:pt>
    <dgm:pt modelId="{D3847E1B-EEEE-F04F-9ED3-5575524588E5}" type="pres">
      <dgm:prSet presAssocID="{AEDCA1DD-1A9F-4A67-B56E-D8644F40592A}" presName="nodeText" presStyleLbl="alignAccFollowNode1" presStyleIdx="8" presStyleCnt="12" custScaleX="96699" custScaleY="100000">
        <dgm:presLayoutVars>
          <dgm:bulletEnabled val="1"/>
        </dgm:presLayoutVars>
      </dgm:prSet>
      <dgm:spPr/>
    </dgm:pt>
    <dgm:pt modelId="{AA84659A-5507-E549-9731-E55DA8930564}" type="pres">
      <dgm:prSet presAssocID="{E99BBE1D-C287-4699-A28C-1543D060C280}" presName="sibTransComposite" presStyleCnt="0"/>
      <dgm:spPr/>
    </dgm:pt>
    <dgm:pt modelId="{2BADC76F-B172-5C41-8205-69132E35371C}" type="pres">
      <dgm:prSet presAssocID="{89727B69-65A0-483A-BFA9-E140D9C43C61}" presName="compositeNode" presStyleCnt="0"/>
      <dgm:spPr/>
    </dgm:pt>
    <dgm:pt modelId="{0E3205E3-591E-A442-98DB-F301468B2644}" type="pres">
      <dgm:prSet presAssocID="{89727B69-65A0-483A-BFA9-E140D9C43C61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B7E999E9-7C8E-5544-85C5-4F9BDB88B9FE}" type="pres">
      <dgm:prSet presAssocID="{89727B69-65A0-483A-BFA9-E140D9C43C61}" presName="parSh" presStyleCnt="0"/>
      <dgm:spPr/>
    </dgm:pt>
    <dgm:pt modelId="{FE73D329-FD36-2146-8485-67C269C56A1C}" type="pres">
      <dgm:prSet presAssocID="{89727B69-65A0-483A-BFA9-E140D9C43C61}" presName="lineNode" presStyleLbl="alignAccFollowNode1" presStyleIdx="9" presStyleCnt="12"/>
      <dgm:spPr/>
    </dgm:pt>
    <dgm:pt modelId="{93036513-749C-C241-A5E8-97087CBFA6D1}" type="pres">
      <dgm:prSet presAssocID="{89727B69-65A0-483A-BFA9-E140D9C43C61}" presName="lineArrowNode" presStyleLbl="alignAccFollowNode1" presStyleIdx="10" presStyleCnt="12"/>
      <dgm:spPr/>
    </dgm:pt>
    <dgm:pt modelId="{3F22F83D-EAA4-DB4C-86DC-1ACC09C5A29D}" type="pres">
      <dgm:prSet presAssocID="{8D6CCEAC-A40E-4202-AFDC-6B70F7BE90C6}" presName="sibTransNodeCircle" presStyleLbl="alignNode1" presStyleIdx="3" presStyleCnt="4">
        <dgm:presLayoutVars>
          <dgm:chMax val="0"/>
          <dgm:bulletEnabled/>
        </dgm:presLayoutVars>
      </dgm:prSet>
      <dgm:spPr/>
    </dgm:pt>
    <dgm:pt modelId="{8A051B1B-B031-2A4F-8261-F5C9D6BF38C0}" type="pres">
      <dgm:prSet presAssocID="{8D6CCEAC-A40E-4202-AFDC-6B70F7BE90C6}" presName="spacerBetweenCircleAndCallout" presStyleCnt="0">
        <dgm:presLayoutVars/>
      </dgm:prSet>
      <dgm:spPr/>
    </dgm:pt>
    <dgm:pt modelId="{C095779E-136F-2C4B-BDBC-139320E06A91}" type="pres">
      <dgm:prSet presAssocID="{89727B69-65A0-483A-BFA9-E140D9C43C61}" presName="nodeText" presStyleLbl="alignAccFollowNode1" presStyleIdx="11" presStyleCnt="12">
        <dgm:presLayoutVars>
          <dgm:bulletEnabled val="1"/>
        </dgm:presLayoutVars>
      </dgm:prSet>
      <dgm:spPr/>
    </dgm:pt>
  </dgm:ptLst>
  <dgm:cxnLst>
    <dgm:cxn modelId="{134E5018-68C3-BB46-8345-3DC73C5F9F2F}" type="presOf" srcId="{0060A82B-FD74-45AD-8C24-0A6F4C3B5B23}" destId="{F26874C0-53FC-BE46-BA0B-B5CD844CFE58}" srcOrd="0" destOrd="0" presId="urn:microsoft.com/office/officeart/2016/7/layout/LinearArrowProcessNumbered"/>
    <dgm:cxn modelId="{EDA3D824-1021-014F-82B0-5BF3A2750E0B}" type="presOf" srcId="{AEDCA1DD-1A9F-4A67-B56E-D8644F40592A}" destId="{D3847E1B-EEEE-F04F-9ED3-5575524588E5}" srcOrd="0" destOrd="0" presId="urn:microsoft.com/office/officeart/2016/7/layout/LinearArrowProcessNumbered"/>
    <dgm:cxn modelId="{6F383243-A098-4FB4-B1AB-32C90A382347}" srcId="{C9111D73-AB3E-43B9-824D-13AB6E0E6C6B}" destId="{F05154AC-2D52-41E0-9271-82D83211C073}" srcOrd="1" destOrd="0" parTransId="{B7614B77-84BF-429C-9F57-ADE3494F4494}" sibTransId="{6259FEAC-2150-49E6-8F62-8C97AE3AA679}"/>
    <dgm:cxn modelId="{C3C35C6B-8565-4323-ACD7-1905BE84F72E}" srcId="{C9111D73-AB3E-43B9-824D-13AB6E0E6C6B}" destId="{AEDCA1DD-1A9F-4A67-B56E-D8644F40592A}" srcOrd="2" destOrd="0" parTransId="{419F085B-B2C0-448C-B15A-B310CF0EC77A}" sibTransId="{E99BBE1D-C287-4699-A28C-1543D060C280}"/>
    <dgm:cxn modelId="{3B83536D-3123-3A4B-A111-B4519D0701B7}" type="presOf" srcId="{F05154AC-2D52-41E0-9271-82D83211C073}" destId="{6F4CA637-E4C5-9F4C-AEDB-084F4AC3035E}" srcOrd="0" destOrd="0" presId="urn:microsoft.com/office/officeart/2016/7/layout/LinearArrowProcessNumbered"/>
    <dgm:cxn modelId="{DABC536D-D5AA-4BBC-9840-EDC9E07BDE5E}" srcId="{C9111D73-AB3E-43B9-824D-13AB6E0E6C6B}" destId="{86BC85E1-2512-44B8-9BD5-075BF941F69B}" srcOrd="0" destOrd="0" parTransId="{5DE5030E-9ED6-4CDF-9630-880AABA004AA}" sibTransId="{0060A82B-FD74-45AD-8C24-0A6F4C3B5B23}"/>
    <dgm:cxn modelId="{4F9E4D75-CB77-3645-BB9E-0E206F067A1F}" type="presOf" srcId="{89727B69-65A0-483A-BFA9-E140D9C43C61}" destId="{C095779E-136F-2C4B-BDBC-139320E06A91}" srcOrd="0" destOrd="0" presId="urn:microsoft.com/office/officeart/2016/7/layout/LinearArrowProcessNumbered"/>
    <dgm:cxn modelId="{FCA47D92-588C-774D-AE96-9B0DE1C7904E}" type="presOf" srcId="{6259FEAC-2150-49E6-8F62-8C97AE3AA679}" destId="{CECC5D11-C9FB-A14C-AB71-EBB02F9D5E94}" srcOrd="0" destOrd="0" presId="urn:microsoft.com/office/officeart/2016/7/layout/LinearArrowProcessNumbered"/>
    <dgm:cxn modelId="{001F6AAB-6106-4502-9C6F-5D1083359413}" srcId="{C9111D73-AB3E-43B9-824D-13AB6E0E6C6B}" destId="{89727B69-65A0-483A-BFA9-E140D9C43C61}" srcOrd="3" destOrd="0" parTransId="{3FBC40B6-8A0F-416F-9DBC-804CC4334805}" sibTransId="{8D6CCEAC-A40E-4202-AFDC-6B70F7BE90C6}"/>
    <dgm:cxn modelId="{567884B7-C6DD-6140-B1E5-F9E4DEFC34D2}" type="presOf" srcId="{E99BBE1D-C287-4699-A28C-1543D060C280}" destId="{62D9155B-1155-654F-8057-4A81F363AD4F}" srcOrd="0" destOrd="0" presId="urn:microsoft.com/office/officeart/2016/7/layout/LinearArrowProcessNumbered"/>
    <dgm:cxn modelId="{CA3B7EC7-1A4C-D047-AD5B-0E491B27F251}" type="presOf" srcId="{8D6CCEAC-A40E-4202-AFDC-6B70F7BE90C6}" destId="{3F22F83D-EAA4-DB4C-86DC-1ACC09C5A29D}" srcOrd="0" destOrd="0" presId="urn:microsoft.com/office/officeart/2016/7/layout/LinearArrowProcessNumbered"/>
    <dgm:cxn modelId="{F178C5D7-8798-8A4A-9400-A95FC859D5DE}" type="presOf" srcId="{86BC85E1-2512-44B8-9BD5-075BF941F69B}" destId="{3B47B872-CA98-144D-87A4-19F08923100B}" srcOrd="0" destOrd="0" presId="urn:microsoft.com/office/officeart/2016/7/layout/LinearArrowProcessNumbered"/>
    <dgm:cxn modelId="{0CCDBDF2-3F75-AA45-89FF-FE1C0B2CFA1B}" type="presOf" srcId="{C9111D73-AB3E-43B9-824D-13AB6E0E6C6B}" destId="{9E409B94-93ED-9148-A7B9-3EF028AF8545}" srcOrd="0" destOrd="0" presId="urn:microsoft.com/office/officeart/2016/7/layout/LinearArrowProcessNumbered"/>
    <dgm:cxn modelId="{72392C2A-97D8-9842-8247-B47A52254784}" type="presParOf" srcId="{9E409B94-93ED-9148-A7B9-3EF028AF8545}" destId="{563686DD-3BA9-B341-AD53-3942EB47F70B}" srcOrd="0" destOrd="0" presId="urn:microsoft.com/office/officeart/2016/7/layout/LinearArrowProcessNumbered"/>
    <dgm:cxn modelId="{D51460F8-AEBA-E041-9615-8C1F2C4C736D}" type="presParOf" srcId="{563686DD-3BA9-B341-AD53-3942EB47F70B}" destId="{FC924CA2-83EB-6545-9EBA-6D291182DD51}" srcOrd="0" destOrd="0" presId="urn:microsoft.com/office/officeart/2016/7/layout/LinearArrowProcessNumbered"/>
    <dgm:cxn modelId="{ACC406BF-25D9-9C44-847C-3210950978B1}" type="presParOf" srcId="{563686DD-3BA9-B341-AD53-3942EB47F70B}" destId="{ECF3523D-5D0A-9F4F-BC9F-6EFAC1292074}" srcOrd="1" destOrd="0" presId="urn:microsoft.com/office/officeart/2016/7/layout/LinearArrowProcessNumbered"/>
    <dgm:cxn modelId="{8A65757F-3FBD-1D4B-8AF2-5C8B1CE51F89}" type="presParOf" srcId="{ECF3523D-5D0A-9F4F-BC9F-6EFAC1292074}" destId="{A1B09C6A-E95C-3947-A27C-075FA7401979}" srcOrd="0" destOrd="0" presId="urn:microsoft.com/office/officeart/2016/7/layout/LinearArrowProcessNumbered"/>
    <dgm:cxn modelId="{4FF74A7C-C1D5-8F4A-A0AF-08C79FEC50B5}" type="presParOf" srcId="{ECF3523D-5D0A-9F4F-BC9F-6EFAC1292074}" destId="{E5FA7C7B-3CAC-7847-B5FC-F60EC8053FD8}" srcOrd="1" destOrd="0" presId="urn:microsoft.com/office/officeart/2016/7/layout/LinearArrowProcessNumbered"/>
    <dgm:cxn modelId="{568720EB-6083-F244-AF73-F4ABCCCA46E1}" type="presParOf" srcId="{ECF3523D-5D0A-9F4F-BC9F-6EFAC1292074}" destId="{F26874C0-53FC-BE46-BA0B-B5CD844CFE58}" srcOrd="2" destOrd="0" presId="urn:microsoft.com/office/officeart/2016/7/layout/LinearArrowProcessNumbered"/>
    <dgm:cxn modelId="{7DB55641-7CB2-E246-A570-A780F411A7A3}" type="presParOf" srcId="{ECF3523D-5D0A-9F4F-BC9F-6EFAC1292074}" destId="{2776E43C-3F40-0D41-BF49-233E59036358}" srcOrd="3" destOrd="0" presId="urn:microsoft.com/office/officeart/2016/7/layout/LinearArrowProcessNumbered"/>
    <dgm:cxn modelId="{DA9FDF54-907B-1241-8492-5893CFA63AF1}" type="presParOf" srcId="{563686DD-3BA9-B341-AD53-3942EB47F70B}" destId="{3B47B872-CA98-144D-87A4-19F08923100B}" srcOrd="2" destOrd="0" presId="urn:microsoft.com/office/officeart/2016/7/layout/LinearArrowProcessNumbered"/>
    <dgm:cxn modelId="{F1CC5721-2826-6D40-BF1E-CEB4FD86CB16}" type="presParOf" srcId="{9E409B94-93ED-9148-A7B9-3EF028AF8545}" destId="{B3D35881-6F9C-6F4A-8D7C-C497ABAADC07}" srcOrd="1" destOrd="0" presId="urn:microsoft.com/office/officeart/2016/7/layout/LinearArrowProcessNumbered"/>
    <dgm:cxn modelId="{0BD5D41F-4F97-914D-8BF4-A7BDA0A1C9FF}" type="presParOf" srcId="{9E409B94-93ED-9148-A7B9-3EF028AF8545}" destId="{AA84CB11-07CE-CB40-9085-8BD67E14C661}" srcOrd="2" destOrd="0" presId="urn:microsoft.com/office/officeart/2016/7/layout/LinearArrowProcessNumbered"/>
    <dgm:cxn modelId="{7932E770-D494-6B4D-919E-2E14172D134C}" type="presParOf" srcId="{AA84CB11-07CE-CB40-9085-8BD67E14C661}" destId="{D5B3DB57-9CE0-AC43-A0BB-D892474CF830}" srcOrd="0" destOrd="0" presId="urn:microsoft.com/office/officeart/2016/7/layout/LinearArrowProcessNumbered"/>
    <dgm:cxn modelId="{E8533966-D0A6-584D-BD27-E1976B611E64}" type="presParOf" srcId="{AA84CB11-07CE-CB40-9085-8BD67E14C661}" destId="{CBE62C8A-17EE-5E46-A4AA-12425BE027F6}" srcOrd="1" destOrd="0" presId="urn:microsoft.com/office/officeart/2016/7/layout/LinearArrowProcessNumbered"/>
    <dgm:cxn modelId="{3242292D-D52E-E64A-9E49-597C52083744}" type="presParOf" srcId="{CBE62C8A-17EE-5E46-A4AA-12425BE027F6}" destId="{0B4AEBF5-29F3-0C49-A850-010D200BCA5D}" srcOrd="0" destOrd="0" presId="urn:microsoft.com/office/officeart/2016/7/layout/LinearArrowProcessNumbered"/>
    <dgm:cxn modelId="{27F45A30-F972-0A4F-9E6B-31B18D8B9535}" type="presParOf" srcId="{CBE62C8A-17EE-5E46-A4AA-12425BE027F6}" destId="{9EC26E3E-37E5-DB47-AD18-62D8454240A7}" srcOrd="1" destOrd="0" presId="urn:microsoft.com/office/officeart/2016/7/layout/LinearArrowProcessNumbered"/>
    <dgm:cxn modelId="{6F2E00B8-EE4C-EE40-A6C0-5ABDC47EFA9D}" type="presParOf" srcId="{CBE62C8A-17EE-5E46-A4AA-12425BE027F6}" destId="{CECC5D11-C9FB-A14C-AB71-EBB02F9D5E94}" srcOrd="2" destOrd="0" presId="urn:microsoft.com/office/officeart/2016/7/layout/LinearArrowProcessNumbered"/>
    <dgm:cxn modelId="{A80C1F91-73DA-6748-9541-A04CF8562293}" type="presParOf" srcId="{CBE62C8A-17EE-5E46-A4AA-12425BE027F6}" destId="{3A1C72E6-D00B-A540-8447-527DDF586DA1}" srcOrd="3" destOrd="0" presId="urn:microsoft.com/office/officeart/2016/7/layout/LinearArrowProcessNumbered"/>
    <dgm:cxn modelId="{962A5FFD-A671-D649-A63F-DD114003642E}" type="presParOf" srcId="{AA84CB11-07CE-CB40-9085-8BD67E14C661}" destId="{6F4CA637-E4C5-9F4C-AEDB-084F4AC3035E}" srcOrd="2" destOrd="0" presId="urn:microsoft.com/office/officeart/2016/7/layout/LinearArrowProcessNumbered"/>
    <dgm:cxn modelId="{8352A35A-88B7-284D-9DE8-69F85D7F406B}" type="presParOf" srcId="{9E409B94-93ED-9148-A7B9-3EF028AF8545}" destId="{1AA7348E-55AD-C040-AE5A-A1EE56D7ECA8}" srcOrd="3" destOrd="0" presId="urn:microsoft.com/office/officeart/2016/7/layout/LinearArrowProcessNumbered"/>
    <dgm:cxn modelId="{305A5694-28C3-BE4E-B565-E9560104D6F7}" type="presParOf" srcId="{9E409B94-93ED-9148-A7B9-3EF028AF8545}" destId="{40AA6AFB-27C2-9F43-884C-A2DE625BBE36}" srcOrd="4" destOrd="0" presId="urn:microsoft.com/office/officeart/2016/7/layout/LinearArrowProcessNumbered"/>
    <dgm:cxn modelId="{97265121-B70A-5147-92D9-1D5C809EDD10}" type="presParOf" srcId="{40AA6AFB-27C2-9F43-884C-A2DE625BBE36}" destId="{A6D85FE8-3FDB-C747-870A-70B468287363}" srcOrd="0" destOrd="0" presId="urn:microsoft.com/office/officeart/2016/7/layout/LinearArrowProcessNumbered"/>
    <dgm:cxn modelId="{F566DF2E-06B8-FF49-A227-5361DE440106}" type="presParOf" srcId="{40AA6AFB-27C2-9F43-884C-A2DE625BBE36}" destId="{4073E5E0-B008-5345-A68B-9253BE63DAF1}" srcOrd="1" destOrd="0" presId="urn:microsoft.com/office/officeart/2016/7/layout/LinearArrowProcessNumbered"/>
    <dgm:cxn modelId="{5A855C2E-EB46-324F-9C12-23DD8E6A7821}" type="presParOf" srcId="{4073E5E0-B008-5345-A68B-9253BE63DAF1}" destId="{84EF36BE-6F4D-3241-A45C-55BAEDC01B66}" srcOrd="0" destOrd="0" presId="urn:microsoft.com/office/officeart/2016/7/layout/LinearArrowProcessNumbered"/>
    <dgm:cxn modelId="{B2CF94BF-6936-3541-B769-3D5F075D596B}" type="presParOf" srcId="{4073E5E0-B008-5345-A68B-9253BE63DAF1}" destId="{DE00298B-6F13-E841-9A49-3BF6FEABA28C}" srcOrd="1" destOrd="0" presId="urn:microsoft.com/office/officeart/2016/7/layout/LinearArrowProcessNumbered"/>
    <dgm:cxn modelId="{4F14E9F7-58F0-EA4C-ACB6-822DFE7D2B0C}" type="presParOf" srcId="{4073E5E0-B008-5345-A68B-9253BE63DAF1}" destId="{62D9155B-1155-654F-8057-4A81F363AD4F}" srcOrd="2" destOrd="0" presId="urn:microsoft.com/office/officeart/2016/7/layout/LinearArrowProcessNumbered"/>
    <dgm:cxn modelId="{21E096EA-B18E-6E48-A689-EFD8615FF2C9}" type="presParOf" srcId="{4073E5E0-B008-5345-A68B-9253BE63DAF1}" destId="{7B0A9228-04D3-5A4D-B11E-92D0EB29A563}" srcOrd="3" destOrd="0" presId="urn:microsoft.com/office/officeart/2016/7/layout/LinearArrowProcessNumbered"/>
    <dgm:cxn modelId="{871BAAC0-F8A4-3444-ADB0-9FBEBCFB9CE5}" type="presParOf" srcId="{40AA6AFB-27C2-9F43-884C-A2DE625BBE36}" destId="{D3847E1B-EEEE-F04F-9ED3-5575524588E5}" srcOrd="2" destOrd="0" presId="urn:microsoft.com/office/officeart/2016/7/layout/LinearArrowProcessNumbered"/>
    <dgm:cxn modelId="{891FFAE8-EC11-FD4F-878A-FE86F426D39D}" type="presParOf" srcId="{9E409B94-93ED-9148-A7B9-3EF028AF8545}" destId="{AA84659A-5507-E549-9731-E55DA8930564}" srcOrd="5" destOrd="0" presId="urn:microsoft.com/office/officeart/2016/7/layout/LinearArrowProcessNumbered"/>
    <dgm:cxn modelId="{8DCD5426-27AE-8540-81C8-5183D949B4FC}" type="presParOf" srcId="{9E409B94-93ED-9148-A7B9-3EF028AF8545}" destId="{2BADC76F-B172-5C41-8205-69132E35371C}" srcOrd="6" destOrd="0" presId="urn:microsoft.com/office/officeart/2016/7/layout/LinearArrowProcessNumbered"/>
    <dgm:cxn modelId="{15807F05-8727-7642-B746-E061CF6F4630}" type="presParOf" srcId="{2BADC76F-B172-5C41-8205-69132E35371C}" destId="{0E3205E3-591E-A442-98DB-F301468B2644}" srcOrd="0" destOrd="0" presId="urn:microsoft.com/office/officeart/2016/7/layout/LinearArrowProcessNumbered"/>
    <dgm:cxn modelId="{F614F5D4-BCF9-0147-84DB-863FF9A5F3BA}" type="presParOf" srcId="{2BADC76F-B172-5C41-8205-69132E35371C}" destId="{B7E999E9-7C8E-5544-85C5-4F9BDB88B9FE}" srcOrd="1" destOrd="0" presId="urn:microsoft.com/office/officeart/2016/7/layout/LinearArrowProcessNumbered"/>
    <dgm:cxn modelId="{F384B6D0-16D7-AB47-B1C7-F08EF124D1F4}" type="presParOf" srcId="{B7E999E9-7C8E-5544-85C5-4F9BDB88B9FE}" destId="{FE73D329-FD36-2146-8485-67C269C56A1C}" srcOrd="0" destOrd="0" presId="urn:microsoft.com/office/officeart/2016/7/layout/LinearArrowProcessNumbered"/>
    <dgm:cxn modelId="{02C00013-876E-1D4E-AD43-DE2484804CE4}" type="presParOf" srcId="{B7E999E9-7C8E-5544-85C5-4F9BDB88B9FE}" destId="{93036513-749C-C241-A5E8-97087CBFA6D1}" srcOrd="1" destOrd="0" presId="urn:microsoft.com/office/officeart/2016/7/layout/LinearArrowProcessNumbered"/>
    <dgm:cxn modelId="{7338848D-45A5-354D-B28F-014A20B6938D}" type="presParOf" srcId="{B7E999E9-7C8E-5544-85C5-4F9BDB88B9FE}" destId="{3F22F83D-EAA4-DB4C-86DC-1ACC09C5A29D}" srcOrd="2" destOrd="0" presId="urn:microsoft.com/office/officeart/2016/7/layout/LinearArrowProcessNumbered"/>
    <dgm:cxn modelId="{BB5A56F8-74BB-954F-8757-191BFAEFBB3F}" type="presParOf" srcId="{B7E999E9-7C8E-5544-85C5-4F9BDB88B9FE}" destId="{8A051B1B-B031-2A4F-8261-F5C9D6BF38C0}" srcOrd="3" destOrd="0" presId="urn:microsoft.com/office/officeart/2016/7/layout/LinearArrowProcessNumbered"/>
    <dgm:cxn modelId="{B4A5E457-0B39-5841-B4D3-9F76F177CD9C}" type="presParOf" srcId="{2BADC76F-B172-5C41-8205-69132E35371C}" destId="{C095779E-136F-2C4B-BDBC-139320E06A91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182FD-350F-8C49-8B27-239C321C83CB}">
      <dsp:nvSpPr>
        <dsp:cNvPr id="0" name=""/>
        <dsp:cNvSpPr/>
      </dsp:nvSpPr>
      <dsp:spPr>
        <a:xfrm>
          <a:off x="543014" y="306764"/>
          <a:ext cx="2594654" cy="2594654"/>
        </a:xfrm>
        <a:prstGeom prst="circularArrow">
          <a:avLst>
            <a:gd name="adj1" fmla="val 5689"/>
            <a:gd name="adj2" fmla="val 340510"/>
            <a:gd name="adj3" fmla="val 12704468"/>
            <a:gd name="adj4" fmla="val 18071537"/>
            <a:gd name="adj5" fmla="val 5908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5165E4-8C50-7D48-A005-3E0FE4849F41}">
      <dsp:nvSpPr>
        <dsp:cNvPr id="0" name=""/>
        <dsp:cNvSpPr/>
      </dsp:nvSpPr>
      <dsp:spPr>
        <a:xfrm>
          <a:off x="983971" y="413054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Profile</a:t>
          </a:r>
        </a:p>
      </dsp:txBody>
      <dsp:txXfrm>
        <a:off x="1025775" y="454858"/>
        <a:ext cx="1629131" cy="772761"/>
      </dsp:txXfrm>
    </dsp:sp>
    <dsp:sp modelId="{1C656EFD-F51B-D74A-8E38-8CD9E932569F}">
      <dsp:nvSpPr>
        <dsp:cNvPr id="0" name=""/>
        <dsp:cNvSpPr/>
      </dsp:nvSpPr>
      <dsp:spPr>
        <a:xfrm>
          <a:off x="1967357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Diagnose</a:t>
          </a:r>
        </a:p>
      </dsp:txBody>
      <dsp:txXfrm>
        <a:off x="2009161" y="2158132"/>
        <a:ext cx="1629131" cy="772761"/>
      </dsp:txXfrm>
    </dsp:sp>
    <dsp:sp modelId="{813B7B8D-AC54-CA49-9910-AA1313CB85C5}">
      <dsp:nvSpPr>
        <dsp:cNvPr id="0" name=""/>
        <dsp:cNvSpPr/>
      </dsp:nvSpPr>
      <dsp:spPr>
        <a:xfrm>
          <a:off x="585" y="2116328"/>
          <a:ext cx="1712739" cy="8563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 dirty="0"/>
            <a:t>Fix</a:t>
          </a:r>
        </a:p>
      </dsp:txBody>
      <dsp:txXfrm>
        <a:off x="42389" y="2158132"/>
        <a:ext cx="1629131" cy="77276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722032" y="0"/>
          <a:ext cx="861016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100" kern="1200" dirty="0"/>
        </a:p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Reg</a:t>
          </a:r>
        </a:p>
      </dsp:txBody>
      <dsp:txXfrm>
        <a:off x="1722032" y="0"/>
        <a:ext cx="861016" cy="723115"/>
      </dsp:txXfrm>
    </dsp:sp>
    <dsp:sp modelId="{920F2EBC-F607-724F-BD35-C16C01F66C40}">
      <dsp:nvSpPr>
        <dsp:cNvPr id="0" name=""/>
        <dsp:cNvSpPr/>
      </dsp:nvSpPr>
      <dsp:spPr>
        <a:xfrm>
          <a:off x="1291524" y="723115"/>
          <a:ext cx="1722032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L1 Cache</a:t>
          </a:r>
        </a:p>
      </dsp:txBody>
      <dsp:txXfrm>
        <a:off x="1592879" y="723115"/>
        <a:ext cx="1119321" cy="723115"/>
      </dsp:txXfrm>
    </dsp:sp>
    <dsp:sp modelId="{A7F7CBA5-D669-EF48-B25B-FF287E6D84EA}">
      <dsp:nvSpPr>
        <dsp:cNvPr id="0" name=""/>
        <dsp:cNvSpPr/>
      </dsp:nvSpPr>
      <dsp:spPr>
        <a:xfrm>
          <a:off x="861016" y="1446231"/>
          <a:ext cx="2583048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L2 Cache</a:t>
          </a:r>
        </a:p>
      </dsp:txBody>
      <dsp:txXfrm>
        <a:off x="1313049" y="1446231"/>
        <a:ext cx="1678981" cy="723115"/>
      </dsp:txXfrm>
    </dsp:sp>
    <dsp:sp modelId="{183490AB-4DB1-7842-B782-3B4C879974EB}">
      <dsp:nvSpPr>
        <dsp:cNvPr id="0" name=""/>
        <dsp:cNvSpPr/>
      </dsp:nvSpPr>
      <dsp:spPr>
        <a:xfrm>
          <a:off x="430508" y="2169346"/>
          <a:ext cx="3444064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LLC Cache</a:t>
          </a:r>
        </a:p>
      </dsp:txBody>
      <dsp:txXfrm>
        <a:off x="1033219" y="2169346"/>
        <a:ext cx="2238642" cy="723115"/>
      </dsp:txXfrm>
    </dsp:sp>
    <dsp:sp modelId="{6E27E759-5624-4B4A-B0EA-B06B8CC33536}">
      <dsp:nvSpPr>
        <dsp:cNvPr id="0" name=""/>
        <dsp:cNvSpPr/>
      </dsp:nvSpPr>
      <dsp:spPr>
        <a:xfrm>
          <a:off x="0" y="2892462"/>
          <a:ext cx="4305081" cy="723115"/>
        </a:xfrm>
        <a:prstGeom prst="trapezoid">
          <a:avLst>
            <a:gd name="adj" fmla="val 59535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DRAM</a:t>
          </a:r>
        </a:p>
      </dsp:txBody>
      <dsp:txXfrm>
        <a:off x="753389" y="2892462"/>
        <a:ext cx="2798302" cy="7231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3BBCFE-AD1E-A24F-8AF2-DF877FF4D458}">
      <dsp:nvSpPr>
        <dsp:cNvPr id="0" name=""/>
        <dsp:cNvSpPr/>
      </dsp:nvSpPr>
      <dsp:spPr>
        <a:xfrm>
          <a:off x="1514317" y="0"/>
          <a:ext cx="757158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2000" kern="1200" dirty="0"/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Reg</a:t>
          </a:r>
        </a:p>
      </dsp:txBody>
      <dsp:txXfrm>
        <a:off x="1514317" y="0"/>
        <a:ext cx="757158" cy="680988"/>
      </dsp:txXfrm>
    </dsp:sp>
    <dsp:sp modelId="{920F2EBC-F607-724F-BD35-C16C01F66C40}">
      <dsp:nvSpPr>
        <dsp:cNvPr id="0" name=""/>
        <dsp:cNvSpPr/>
      </dsp:nvSpPr>
      <dsp:spPr>
        <a:xfrm>
          <a:off x="1135737" y="680988"/>
          <a:ext cx="1514317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L1 Cache</a:t>
          </a:r>
        </a:p>
      </dsp:txBody>
      <dsp:txXfrm>
        <a:off x="1400743" y="680988"/>
        <a:ext cx="984306" cy="680988"/>
      </dsp:txXfrm>
    </dsp:sp>
    <dsp:sp modelId="{A7F7CBA5-D669-EF48-B25B-FF287E6D84EA}">
      <dsp:nvSpPr>
        <dsp:cNvPr id="0" name=""/>
        <dsp:cNvSpPr/>
      </dsp:nvSpPr>
      <dsp:spPr>
        <a:xfrm>
          <a:off x="757158" y="1361977"/>
          <a:ext cx="2271475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L2 Cache</a:t>
          </a:r>
        </a:p>
      </dsp:txBody>
      <dsp:txXfrm>
        <a:off x="1154666" y="1361977"/>
        <a:ext cx="1476459" cy="680988"/>
      </dsp:txXfrm>
    </dsp:sp>
    <dsp:sp modelId="{183490AB-4DB1-7842-B782-3B4C879974EB}">
      <dsp:nvSpPr>
        <dsp:cNvPr id="0" name=""/>
        <dsp:cNvSpPr/>
      </dsp:nvSpPr>
      <dsp:spPr>
        <a:xfrm>
          <a:off x="378579" y="2042966"/>
          <a:ext cx="3028634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LLC Cache</a:t>
          </a:r>
        </a:p>
      </dsp:txBody>
      <dsp:txXfrm>
        <a:off x="908590" y="2042966"/>
        <a:ext cx="1968612" cy="680988"/>
      </dsp:txXfrm>
    </dsp:sp>
    <dsp:sp modelId="{6E27E759-5624-4B4A-B0EA-B06B8CC33536}">
      <dsp:nvSpPr>
        <dsp:cNvPr id="0" name=""/>
        <dsp:cNvSpPr/>
      </dsp:nvSpPr>
      <dsp:spPr>
        <a:xfrm>
          <a:off x="0" y="2723955"/>
          <a:ext cx="3785793" cy="680988"/>
        </a:xfrm>
        <a:prstGeom prst="trapezoid">
          <a:avLst>
            <a:gd name="adj" fmla="val 5559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DRAM</a:t>
          </a:r>
        </a:p>
      </dsp:txBody>
      <dsp:txXfrm>
        <a:off x="662513" y="2723955"/>
        <a:ext cx="2460765" cy="68098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B09C6A-E95C-3947-A27C-075FA7401979}">
      <dsp:nvSpPr>
        <dsp:cNvPr id="0" name=""/>
        <dsp:cNvSpPr/>
      </dsp:nvSpPr>
      <dsp:spPr>
        <a:xfrm>
          <a:off x="1430229" y="1540147"/>
          <a:ext cx="1140955" cy="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FA7C7B-3CAC-7847-B5FC-F60EC8053FD8}">
      <dsp:nvSpPr>
        <dsp:cNvPr id="0" name=""/>
        <dsp:cNvSpPr/>
      </dsp:nvSpPr>
      <dsp:spPr>
        <a:xfrm>
          <a:off x="2639642" y="1443397"/>
          <a:ext cx="131209" cy="248836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6874C0-53FC-BE46-BA0B-B5CD844CFE58}">
      <dsp:nvSpPr>
        <dsp:cNvPr id="0" name=""/>
        <dsp:cNvSpPr/>
      </dsp:nvSpPr>
      <dsp:spPr>
        <a:xfrm>
          <a:off x="679072" y="931645"/>
          <a:ext cx="1217075" cy="121707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7229" tIns="47229" rIns="47229" bIns="47229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1</a:t>
          </a:r>
        </a:p>
      </dsp:txBody>
      <dsp:txXfrm>
        <a:off x="857309" y="1109882"/>
        <a:ext cx="860601" cy="860601"/>
      </dsp:txXfrm>
    </dsp:sp>
    <dsp:sp modelId="{3B47B872-CA98-144D-87A4-19F08923100B}">
      <dsp:nvSpPr>
        <dsp:cNvPr id="0" name=""/>
        <dsp:cNvSpPr/>
      </dsp:nvSpPr>
      <dsp:spPr>
        <a:xfrm>
          <a:off x="4035" y="2314294"/>
          <a:ext cx="2567149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500" tIns="165100" rIns="202500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1 </a:t>
          </a:r>
          <a:r>
            <a:rPr lang="en-GB" sz="1600" kern="1200" dirty="0"/>
            <a:t>-- Profile: collect hardware counter data on the unmodified workload</a:t>
          </a:r>
          <a:endParaRPr lang="en-US" sz="1600" kern="1200" dirty="0"/>
        </a:p>
      </dsp:txBody>
      <dsp:txXfrm>
        <a:off x="4035" y="2707414"/>
        <a:ext cx="2567149" cy="1572480"/>
      </dsp:txXfrm>
    </dsp:sp>
    <dsp:sp modelId="{0B4AEBF5-29F3-0C49-A850-010D200BCA5D}">
      <dsp:nvSpPr>
        <dsp:cNvPr id="0" name=""/>
        <dsp:cNvSpPr/>
      </dsp:nvSpPr>
      <dsp:spPr>
        <a:xfrm>
          <a:off x="2856423" y="1540245"/>
          <a:ext cx="2567149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C26E3E-37E5-DB47-AD18-62D8454240A7}">
      <dsp:nvSpPr>
        <dsp:cNvPr id="0" name=""/>
        <dsp:cNvSpPr/>
      </dsp:nvSpPr>
      <dsp:spPr>
        <a:xfrm>
          <a:off x="5492030" y="1443480"/>
          <a:ext cx="131209" cy="248917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CC5D11-C9FB-A14C-AB71-EBB02F9D5E94}">
      <dsp:nvSpPr>
        <dsp:cNvPr id="0" name=""/>
        <dsp:cNvSpPr/>
      </dsp:nvSpPr>
      <dsp:spPr>
        <a:xfrm>
          <a:off x="3531460" y="931743"/>
          <a:ext cx="1217075" cy="121707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7229" tIns="47229" rIns="47229" bIns="47229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2</a:t>
          </a:r>
        </a:p>
      </dsp:txBody>
      <dsp:txXfrm>
        <a:off x="3709697" y="1109980"/>
        <a:ext cx="860601" cy="860601"/>
      </dsp:txXfrm>
    </dsp:sp>
    <dsp:sp modelId="{6F4CA637-E4C5-9F4C-AEDB-084F4AC3035E}">
      <dsp:nvSpPr>
        <dsp:cNvPr id="0" name=""/>
        <dsp:cNvSpPr/>
      </dsp:nvSpPr>
      <dsp:spPr>
        <a:xfrm>
          <a:off x="2856423" y="2314517"/>
          <a:ext cx="2567149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500" tIns="165100" rIns="202500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2 </a:t>
          </a:r>
          <a:r>
            <a:rPr lang="en-GB" sz="1600" kern="1200" dirty="0"/>
            <a:t>-- Diagnose: identify the dominant bottleneck from the profile</a:t>
          </a:r>
          <a:endParaRPr lang="en-US" sz="1600" kern="1200" dirty="0"/>
        </a:p>
      </dsp:txBody>
      <dsp:txXfrm>
        <a:off x="2856423" y="2707637"/>
        <a:ext cx="2567149" cy="1572480"/>
      </dsp:txXfrm>
    </dsp:sp>
    <dsp:sp modelId="{84EF36BE-6F4D-3241-A45C-55BAEDC01B66}">
      <dsp:nvSpPr>
        <dsp:cNvPr id="0" name=""/>
        <dsp:cNvSpPr/>
      </dsp:nvSpPr>
      <dsp:spPr>
        <a:xfrm>
          <a:off x="5708812" y="1540245"/>
          <a:ext cx="2592466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00298B-6F13-E841-9A49-3BF6FEABA28C}">
      <dsp:nvSpPr>
        <dsp:cNvPr id="0" name=""/>
        <dsp:cNvSpPr/>
      </dsp:nvSpPr>
      <dsp:spPr>
        <a:xfrm>
          <a:off x="8370411" y="1443480"/>
          <a:ext cx="132503" cy="248917"/>
        </a:xfrm>
        <a:prstGeom prst="chevron">
          <a:avLst>
            <a:gd name="adj" fmla="val 9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D9155B-1155-654F-8057-4A81F363AD4F}">
      <dsp:nvSpPr>
        <dsp:cNvPr id="0" name=""/>
        <dsp:cNvSpPr/>
      </dsp:nvSpPr>
      <dsp:spPr>
        <a:xfrm>
          <a:off x="6396508" y="931743"/>
          <a:ext cx="1217075" cy="121707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7229" tIns="47229" rIns="47229" bIns="47229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3</a:t>
          </a:r>
        </a:p>
      </dsp:txBody>
      <dsp:txXfrm>
        <a:off x="6574745" y="1109980"/>
        <a:ext cx="860601" cy="860601"/>
      </dsp:txXfrm>
    </dsp:sp>
    <dsp:sp modelId="{D3847E1B-EEEE-F04F-9ED3-5575524588E5}">
      <dsp:nvSpPr>
        <dsp:cNvPr id="0" name=""/>
        <dsp:cNvSpPr/>
      </dsp:nvSpPr>
      <dsp:spPr>
        <a:xfrm>
          <a:off x="5751703" y="2314517"/>
          <a:ext cx="2512905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4987" tIns="165100" rIns="204987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3 </a:t>
          </a:r>
          <a:r>
            <a:rPr lang="en-GB" sz="1600" kern="1200" dirty="0"/>
            <a:t>-- Fix: apply a targeted change that addresses the diagnosed bottleneck</a:t>
          </a:r>
          <a:endParaRPr lang="en-US" sz="1600" kern="1200" dirty="0"/>
        </a:p>
      </dsp:txBody>
      <dsp:txXfrm>
        <a:off x="5751703" y="2707637"/>
        <a:ext cx="2512905" cy="1572480"/>
      </dsp:txXfrm>
    </dsp:sp>
    <dsp:sp modelId="{FE73D329-FD36-2146-8485-67C269C56A1C}">
      <dsp:nvSpPr>
        <dsp:cNvPr id="0" name=""/>
        <dsp:cNvSpPr/>
      </dsp:nvSpPr>
      <dsp:spPr>
        <a:xfrm>
          <a:off x="8665651" y="1540245"/>
          <a:ext cx="1283574" cy="7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22F83D-EAA4-DB4C-86DC-1ACC09C5A29D}">
      <dsp:nvSpPr>
        <dsp:cNvPr id="0" name=""/>
        <dsp:cNvSpPr/>
      </dsp:nvSpPr>
      <dsp:spPr>
        <a:xfrm>
          <a:off x="9340688" y="931743"/>
          <a:ext cx="1217075" cy="121707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47229" tIns="47229" rIns="47229" bIns="47229" numCol="1" spcCol="1270" anchor="ctr" anchorCtr="0">
          <a:noAutofit/>
        </a:bodyPr>
        <a:lstStyle/>
        <a:p>
          <a:pPr marL="0" lvl="0" indent="0" algn="ct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/>
            <a:t>4</a:t>
          </a:r>
        </a:p>
      </dsp:txBody>
      <dsp:txXfrm>
        <a:off x="9518925" y="1109980"/>
        <a:ext cx="860601" cy="860601"/>
      </dsp:txXfrm>
    </dsp:sp>
    <dsp:sp modelId="{C095779E-136F-2C4B-BDBC-139320E06A91}">
      <dsp:nvSpPr>
        <dsp:cNvPr id="0" name=""/>
        <dsp:cNvSpPr/>
      </dsp:nvSpPr>
      <dsp:spPr>
        <a:xfrm>
          <a:off x="8665651" y="2314517"/>
          <a:ext cx="2567149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2500" tIns="165100" rIns="202500" bIns="1651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Step 4 </a:t>
          </a:r>
          <a:r>
            <a:rPr lang="en-GB" sz="1600" kern="1200" dirty="0"/>
            <a:t>-- Re-profile: verify the fix worked as expected</a:t>
          </a:r>
          <a:endParaRPr lang="en-US" sz="1600" kern="1200" dirty="0"/>
        </a:p>
      </dsp:txBody>
      <dsp:txXfrm>
        <a:off x="8665651" y="2707637"/>
        <a:ext cx="2567149" cy="15724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394A5-FD1F-430F-BB3A-F7878AC293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CE605-DAD4-4C64-BE6E-BE3D8E550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699187-58AF-4D6B-8526-D5C98A6AF8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79C45C6D-DBFC-4B67-A8DE-9C2360ACC98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531822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97C0424-39BA-4205-9510-7D8372B40FA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0861BC-4E89-4909-9F41-7A6E2018373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5B25F150-DB0B-4758-AFA9-222A6E446235}" type="datetimeFigureOut">
              <a:rPr lang="en-US" altLang="en-US"/>
              <a:pPr>
                <a:defRPr/>
              </a:pPr>
              <a:t>4/20/26</a:t>
            </a:fld>
            <a:endParaRPr lang="en-US" alt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5B20C51-CC4D-4C34-9C63-92F50CE02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DAC138B7-E2A5-4B5D-ADC2-E53A511B52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61A1A-4481-471C-A253-BE997586AA0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0DDD9-A1C6-46BA-89ED-AF0DD2672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charset="0"/>
                <a:ea typeface="ＭＳ Ｐゴシック" charset="-128"/>
              </a:defRPr>
            </a:lvl1pPr>
          </a:lstStyle>
          <a:p>
            <a:pPr>
              <a:defRPr/>
            </a:pPr>
            <a:fld id="{3B16354E-6974-4833-AB87-3220A083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67580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ts val="6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eaLnBrk="0" fontAlgn="base" hangingPunct="0">
      <a:spcBef>
        <a:spcPts val="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48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77386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49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5189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B16354E-6974-4833-AB87-3220A0835E84}" type="slidenum">
              <a:rPr lang="en-US" altLang="en-US" smtClean="0"/>
              <a:pPr>
                <a:defRPr/>
              </a:pPr>
              <a:t>54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7148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sv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sv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4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4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svg"/></Relationships>
</file>

<file path=ppt/slideLayouts/_rels/slideLayout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svg"/></Relationships>
</file>

<file path=ppt/slideLayouts/_rels/slideLayout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7F0CCD5-1073-94D8-28C7-6749868657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095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875089-8DBF-BF70-386D-8491626AEC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-2033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767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4DF13C-CEF9-9574-2804-C3448105D3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418B7164-E5EA-9C91-E9A0-19002D802C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0883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FC792F-A7B3-821E-36A6-EB6D93EA6D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22297E79-97F4-1585-D38D-67BDFC5E0B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884844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7F3A66E-D5B4-DFA6-6451-02ACAFE8D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6ED33B3-4B78-19CD-65F6-BAA6CF6F46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11251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6A81FF7-E763-22B8-522E-FAAF069911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1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860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32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85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56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5403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35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487E68-0D82-9A6F-B651-0019486C75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849" y="12290"/>
            <a:ext cx="12170151" cy="6845709"/>
          </a:xfrm>
          <a:prstGeom prst="rect">
            <a:avLst/>
          </a:prstGeom>
          <a:ln>
            <a:noFill/>
          </a:ln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681F2EE-6D24-E8DA-17C4-280BF969E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433D4AE-C938-4475-1111-CFECCD470A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94364BEC-6A70-1C90-94CE-09EBDEE045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2738029B-26DC-25E5-A32A-D7DCE80A16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96C2A433-44A7-23A9-CEE4-37555C138D5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28785E-8EB7-E5C1-D9EB-531D14B538C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AA9277FD-4E65-8B2C-3CA2-5892E1658C8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42CC49-4DC0-356B-8D0D-915AB83F0CB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13578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8B4BDED-79C0-A2BE-E93D-93E6D0A018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24" y="12288"/>
            <a:ext cx="12170152" cy="684571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6F8770C2-A68E-3EDF-2B41-11181D29DF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74697-6E30-7188-CE5B-022BA66424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5057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26A59A6-B0BB-7A8E-4E98-559764C4F7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55FBD7D0-0C6A-C886-5241-C80C35E2615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717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140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8234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6" cy="685020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5685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C51FEE-E9D9-FD3A-44B4-5BF3F05123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253B43-87A1-138E-C81E-1193F265B4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6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996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C6B28A-4523-72C0-1D84-8F985DDFB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5" y="7799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0606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1624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008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8389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19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82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E71259-6D93-7A57-DFE3-ABAC4C0F772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70" y="7802"/>
            <a:ext cx="12178129" cy="6850198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accent6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5246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1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07A330-9574-FF87-EA8A-044AA15C75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6CC56AD-D686-63C5-BB2B-518B630FED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429000"/>
            <a:ext cx="57610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AF4665F-72C8-35D6-B739-29F9B634F2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5521072"/>
            <a:ext cx="5761037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2" name="TextBox 26">
            <a:extLst>
              <a:ext uri="{FF2B5EF4-FFF2-40B4-BE49-F238E27FC236}">
                <a16:creationId xmlns:a16="http://schemas.microsoft.com/office/drawing/2014/main" id="{BB9A4980-8130-ECF6-18D2-66F6B69AA9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CBE749A6-B33A-E319-7094-1F262F5C1BC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8A6819F6-EEDC-C38C-C107-C11BFE4E37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9317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9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8C8ED8-22CD-1018-E1D1-5407D41CCF8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1DFDF6-9085-6EAC-DBD9-835D60E904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2" y="1"/>
            <a:ext cx="6095999" cy="6857999"/>
          </a:xfrm>
          <a:custGeom>
            <a:avLst/>
            <a:gdLst>
              <a:gd name="connsiteX0" fmla="*/ 2621816 w 6095999"/>
              <a:gd name="connsiteY0" fmla="*/ 0 h 6857999"/>
              <a:gd name="connsiteX1" fmla="*/ 6095999 w 6095999"/>
              <a:gd name="connsiteY1" fmla="*/ 0 h 6857999"/>
              <a:gd name="connsiteX2" fmla="*/ 6095999 w 6095999"/>
              <a:gd name="connsiteY2" fmla="*/ 6857999 h 6857999"/>
              <a:gd name="connsiteX3" fmla="*/ 282366 w 6095999"/>
              <a:gd name="connsiteY3" fmla="*/ 6857999 h 6857999"/>
              <a:gd name="connsiteX4" fmla="*/ 274899 w 6095999"/>
              <a:gd name="connsiteY4" fmla="*/ 6835933 h 6857999"/>
              <a:gd name="connsiteX5" fmla="*/ 0 w 6095999"/>
              <a:gd name="connsiteY5" fmla="*/ 5017647 h 6857999"/>
              <a:gd name="connsiteX6" fmla="*/ 2456125 w 6095999"/>
              <a:gd name="connsiteY6" fmla="*/ 11782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5999" h="6857999">
                <a:moveTo>
                  <a:pt x="2621816" y="0"/>
                </a:moveTo>
                <a:lnTo>
                  <a:pt x="6095999" y="0"/>
                </a:lnTo>
                <a:lnTo>
                  <a:pt x="6095999" y="6857999"/>
                </a:lnTo>
                <a:lnTo>
                  <a:pt x="282366" y="6857999"/>
                </a:lnTo>
                <a:lnTo>
                  <a:pt x="274899" y="6835933"/>
                </a:lnTo>
                <a:cubicBezTo>
                  <a:pt x="96244" y="6261537"/>
                  <a:pt x="0" y="5650832"/>
                  <a:pt x="0" y="5017647"/>
                </a:cubicBezTo>
                <a:cubicBezTo>
                  <a:pt x="0" y="3012563"/>
                  <a:pt x="965106" y="1232891"/>
                  <a:pt x="2456125" y="117826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02835C5-4DEE-70B9-50F4-79DDD2F546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39F638EC-9D7E-A74B-4785-315ADB1316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23069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452530-8D0F-E4EB-D435-CBF6876024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FDC1D25-6FCB-8092-1FCC-26E803925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69E6ED46-B083-9C27-8B6F-DD34AFF90C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Box 26">
            <a:extLst>
              <a:ext uri="{FF2B5EF4-FFF2-40B4-BE49-F238E27FC236}">
                <a16:creationId xmlns:a16="http://schemas.microsoft.com/office/drawing/2014/main" id="{E028FDAC-A9BD-F631-C307-851E93DC74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>
                  <a:alpha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0E59B338-4397-5596-94B2-7E7477079AE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7">
            <a:extLst>
              <a:ext uri="{FF2B5EF4-FFF2-40B4-BE49-F238E27FC236}">
                <a16:creationId xmlns:a16="http://schemas.microsoft.com/office/drawing/2014/main" id="{FF83C744-7BD8-D7EB-B6B2-25C60AFEF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37796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522073" cy="527685"/>
          </a:xfrm>
        </p:spPr>
        <p:txBody>
          <a:bodyPr anchor="t"/>
          <a:lstStyle>
            <a:lvl1pPr>
              <a:defRPr sz="3000"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3" y="952036"/>
            <a:ext cx="11522074" cy="521254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67278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top-level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132503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2" y="1333362"/>
            <a:ext cx="11522075" cy="493789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85566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20173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142716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4775040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341681" y="2202443"/>
            <a:ext cx="5515504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947103" indent="-166688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1518603" indent="-168275" algn="l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6" y="2202442"/>
            <a:ext cx="5517085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67EC98B-3D70-F06A-BE88-1F7285E8B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5" name="Text Placeholder 43">
            <a:extLst>
              <a:ext uri="{FF2B5EF4-FFF2-40B4-BE49-F238E27FC236}">
                <a16:creationId xmlns:a16="http://schemas.microsoft.com/office/drawing/2014/main" id="{8E224E82-2A38-C155-7A0E-F9FC190DD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8" name="Text Placeholder 131">
            <a:extLst>
              <a:ext uri="{FF2B5EF4-FFF2-40B4-BE49-F238E27FC236}">
                <a16:creationId xmlns:a16="http://schemas.microsoft.com/office/drawing/2014/main" id="{6CCD66A5-721B-8D5F-614C-1ABC04648D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39946" y="1629286"/>
            <a:ext cx="5517092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394A6-D095-00D9-8B77-4AD8CCC347D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31">
            <a:extLst>
              <a:ext uri="{FF2B5EF4-FFF2-40B4-BE49-F238E27FC236}">
                <a16:creationId xmlns:a16="http://schemas.microsoft.com/office/drawing/2014/main" id="{43A0EBE8-A43F-DF44-9460-0F08F5820F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5517088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26211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341681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437857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29286"/>
            <a:ext cx="33599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437193" y="1629286"/>
            <a:ext cx="3413126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3E3585-E252-0E6D-E69C-A5E9165DADD8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349C95-B06B-964D-FE16-449E0AA5F29B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31">
            <a:extLst>
              <a:ext uri="{FF2B5EF4-FFF2-40B4-BE49-F238E27FC236}">
                <a16:creationId xmlns:a16="http://schemas.microsoft.com/office/drawing/2014/main" id="{7B9E0AAC-6C98-45AB-DD15-D590D4CDB6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33726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20000775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24524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338726" y="1631111"/>
            <a:ext cx="2698050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334CFF-A979-FC9A-543A-A5B0FE05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8" name="Text Placeholder 43">
            <a:extLst>
              <a:ext uri="{FF2B5EF4-FFF2-40B4-BE49-F238E27FC236}">
                <a16:creationId xmlns:a16="http://schemas.microsoft.com/office/drawing/2014/main" id="{EA4C3228-7E56-9E7C-C259-DA2F13238F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4629991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182101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81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F1289BE-C460-FC38-A472-549CAFF7B1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5B38FCCA-9B45-403D-9285-E8A5659B3A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2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DD410EB-22A8-56FC-8D90-A32912AB5A8D}"/>
              </a:ext>
            </a:extLst>
          </p:cNvPr>
          <p:cNvCxnSpPr>
            <a:cxnSpLocks/>
          </p:cNvCxnSpPr>
          <p:nvPr userDrawn="1"/>
        </p:nvCxnSpPr>
        <p:spPr>
          <a:xfrm>
            <a:off x="8978583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594960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41681" y="1629079"/>
            <a:ext cx="5625569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85566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606113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0152492-71D9-150B-2A89-D0FCD1FD29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405D1B2E-CB2E-3E45-B317-55D6F5C2DA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5842164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342900" y="1259574"/>
            <a:ext cx="11514138" cy="50650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noProof="0"/>
              <a:t>Click icon to add table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A6B87B-D63E-427C-CAB5-FF49FA0D88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775123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41880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203065"/>
            <a:ext cx="5761037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BFE9E-2652-DCEC-F6D0-92BD843763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3127761"/>
            <a:ext cx="296254" cy="3419089"/>
          </a:xfrm>
        </p:spPr>
        <p:txBody>
          <a:bodyPr anchor="t" anchorCtr="0"/>
          <a:lstStyle>
            <a:lvl1pPr marL="0" marR="0" indent="0" algn="l" defTabSz="914400" rtl="0" eaLnBrk="1" fontAlgn="base" latinLnBrk="0" hangingPunct="1">
              <a:lnSpc>
                <a:spcPts val="278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 sz="2400">
                <a:solidFill>
                  <a:schemeClr val="accent1"/>
                </a:solidFill>
              </a:defRPr>
            </a:lvl1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81CCB20-290E-8B38-FAC1-99C3722947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92255" y="3127761"/>
            <a:ext cx="5272754" cy="3419089"/>
          </a:xfrm>
        </p:spPr>
        <p:txBody>
          <a:bodyPr anchor="t" anchorCtr="0"/>
          <a:lstStyle>
            <a:lvl1pPr marL="0" marR="0" indent="0" algn="l" defTabSz="914400" rtl="0" eaLnBrk="1" fontAlgn="base" latinLnBrk="0" hangingPunct="1">
              <a:lnSpc>
                <a:spcPts val="278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 sz="2400">
                <a:solidFill>
                  <a:schemeClr val="tx1"/>
                </a:solidFill>
              </a:defRPr>
            </a:lvl1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Agenda item</a:t>
            </a:r>
          </a:p>
        </p:txBody>
      </p:sp>
    </p:spTree>
    <p:extLst>
      <p:ext uri="{BB962C8B-B14F-4D97-AF65-F5344CB8AC3E}">
        <p14:creationId xmlns:p14="http://schemas.microsoft.com/office/powerpoint/2010/main" val="175514734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A2015AF-BA33-A1D1-C656-9F0543D045D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4" y="4686255"/>
            <a:ext cx="3372644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1DCE8EB-57B0-6F3F-108A-307D6494DF2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416359" y="4686255"/>
            <a:ext cx="3359281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CE459FA-5634-169B-B788-0A6DCDEB1AC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8437857" y="4686255"/>
            <a:ext cx="3412462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rgbClr val="6E2FF1"/>
              </a:buClr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23123285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7230950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</a:t>
            </a:r>
            <a:r>
              <a:rPr lang="en-US"/>
              <a:t>to edit title </a:t>
            </a:r>
            <a:r>
              <a:rPr lang="en-US" dirty="0"/>
              <a:t>s</a:t>
            </a:r>
            <a:r>
              <a:rPr lang="en-US"/>
              <a:t>tyle</a:t>
            </a:r>
            <a:endParaRPr lang="en-US" dirty="0"/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rgbClr val="7233F7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3C81F4B-F08E-B41E-3208-5D0B92A96A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9997" y="1611050"/>
            <a:ext cx="3359945" cy="560696"/>
          </a:xfrm>
        </p:spPr>
        <p:txBody>
          <a:bodyPr/>
          <a:lstStyle>
            <a:lvl1pPr>
              <a:buClr>
                <a:srgbClr val="6E2FF1"/>
              </a:buClr>
              <a:defRPr/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3F52F4B-161F-01DB-3570-BED7ABF421D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37193" y="1611050"/>
            <a:ext cx="3413126" cy="560696"/>
          </a:xfrm>
        </p:spPr>
        <p:txBody>
          <a:bodyPr/>
          <a:lstStyle>
            <a:lvl1pPr>
              <a:buClr>
                <a:srgbClr val="6E2FF1"/>
              </a:buClr>
              <a:defRPr/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73144-7538-D08B-6C69-A7C2EF4371B0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1FA014-90AB-0167-9FFE-B61D90A760F8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C219C76-408E-918F-DA25-E1B89EC087A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1681" y="1611050"/>
            <a:ext cx="3372645" cy="560696"/>
          </a:xfrm>
        </p:spPr>
        <p:txBody>
          <a:bodyPr/>
          <a:lstStyle>
            <a:lvl1pPr>
              <a:buClr>
                <a:srgbClr val="6E2FF1"/>
              </a:buClr>
              <a:defRPr/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177142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35D0AB-AC44-3595-F2A0-E120A9BFA64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E5686C-98E7-A510-653F-0FD69A4B4B81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F863802-73AF-E781-94DD-B6935A840D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7E9A11-EBA6-9420-BCD8-181F6B72A5A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31162736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11CE2E-EC95-AB37-48CD-A893B95CCBCB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67DAA-C82F-D11A-357F-886396C9B7FE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558F5E-A3BE-0D42-13E9-838197A80B4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555129"/>
            <a:ext cx="4170002" cy="969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 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913E0D1-1F96-2D30-DFEF-185207885C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60395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BED15ADD-5EC2-811A-2387-1B5930CD08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11">
            <a:extLst>
              <a:ext uri="{FF2B5EF4-FFF2-40B4-BE49-F238E27FC236}">
                <a16:creationId xmlns:a16="http://schemas.microsoft.com/office/drawing/2014/main" id="{B381D48D-6B8E-2C29-2226-AC9A652B9C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57D2D66-0693-E8F6-C7DE-35F9D93C9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281057506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7361937A-719B-4F76-BADA-2A50A2850E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11">
            <a:extLst>
              <a:ext uri="{FF2B5EF4-FFF2-40B4-BE49-F238E27FC236}">
                <a16:creationId xmlns:a16="http://schemas.microsoft.com/office/drawing/2014/main" id="{0702DF4C-C16B-FB7F-C627-956839D902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161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87FC3B0A-1B2E-5183-A106-AFF1AFAD52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698A3AF-7443-E497-DF07-403C6A630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41C96215-BC65-D5B1-AF78-CCD29136EAB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605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E1F3F225-309F-2E09-4DD8-48893FA229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6AEBF6-6717-8CEA-D2B3-4A6E846AC3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01295"/>
            <a:ext cx="383719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 All rights reserved. All other marks featured may be trademarks of their respective owners.</a:t>
            </a:r>
          </a:p>
          <a:p>
            <a:pPr algn="l">
              <a:defRPr/>
            </a:pPr>
            <a:b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173C2F34-C098-3FF4-A356-9A5AE8AC24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05067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36586134-C8EC-543F-9A46-09509090B2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pic>
        <p:nvPicPr>
          <p:cNvPr id="2" name="Picture 8">
            <a:extLst>
              <a:ext uri="{FF2B5EF4-FFF2-40B4-BE49-F238E27FC236}">
                <a16:creationId xmlns:a16="http://schemas.microsoft.com/office/drawing/2014/main" id="{261D619C-3FF1-3ED8-A8F2-07E95F1996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ADE8DD1-069F-97B2-E9C6-5610B87649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117727968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B73A29E6-E9F1-5B2F-2688-7663FBD23B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9E4EE0-1E94-ABC1-F835-25183B1E6DF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704BD083-B9DE-015E-8172-3DBA1E572D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12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00B8D7C-44A6-5B7F-37C4-32A31072C4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51349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7F0CCD5-1073-94D8-28C7-6749868657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3288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11">
            <a:extLst>
              <a:ext uri="{FF2B5EF4-FFF2-40B4-BE49-F238E27FC236}">
                <a16:creationId xmlns:a16="http://schemas.microsoft.com/office/drawing/2014/main" id="{DE710A64-B222-9BC9-9110-2AF30A6001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4022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4DF13C-CEF9-9574-2804-C3448105D3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418B7164-E5EA-9C91-E9A0-19002D802C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605129"/>
      </p:ext>
    </p:extLst>
  </p:cSld>
  <p:clrMapOvr>
    <a:masterClrMapping/>
  </p:clrMapOvr>
  <p:hf hdr="0" ft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FC792F-A7B3-821E-36A6-EB6D93EA6D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10" name="Picture 11">
            <a:extLst>
              <a:ext uri="{FF2B5EF4-FFF2-40B4-BE49-F238E27FC236}">
                <a16:creationId xmlns:a16="http://schemas.microsoft.com/office/drawing/2014/main" id="{22297E79-97F4-1585-D38D-67BDFC5E0B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58247"/>
      </p:ext>
    </p:extLst>
  </p:cSld>
  <p:clrMapOvr>
    <a:masterClrMapping/>
  </p:clrMapOvr>
  <p:hf hdr="0" ft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7F3A66E-D5B4-DFA6-6451-02ACAFE8DA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BA5CBF-D6E1-B78D-F819-958659F344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6E3DC-972F-62B3-9E08-06619B00123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tx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AB8FC761-48C1-0B41-C76D-7ED7EE5C1E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CF4A44A-4298-863E-FC69-36B0A1E251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5FD91979-AA2E-D861-9691-AEC93BBC96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3F69861B-E0D0-9572-3879-5F969D0E2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EA6A05-47C5-85FA-D47C-F057F4C46E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44745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820263"/>
      </p:ext>
    </p:extLst>
  </p:cSld>
  <p:clrMapOvr>
    <a:masterClrMapping/>
  </p:clrMapOvr>
  <p:hf hdr="0" ft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6A81FF7-E763-22B8-522E-FAAF0699113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1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97367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70246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7067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9088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25422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41C572-1862-64A0-36E2-042BB91790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1" b="41"/>
          <a:stretch/>
        </p:blipFill>
        <p:spPr>
          <a:xfrm>
            <a:off x="0" y="5647"/>
            <a:ext cx="12192000" cy="685235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4929685A-9556-2EAD-D010-D36407E15F6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0AF19F97-28D9-B1FE-922C-2A04C8B49DE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EF51CC69-967C-8966-C3A1-A3A7A42551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56005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B487E68-0D82-9A6F-B651-0019486C75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849" y="12290"/>
            <a:ext cx="12170151" cy="6845709"/>
          </a:xfrm>
          <a:prstGeom prst="rect">
            <a:avLst/>
          </a:prstGeom>
          <a:ln>
            <a:noFill/>
          </a:ln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3681F2EE-6D24-E8DA-17C4-280BF969E6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433D4AE-C938-4475-1111-CFECCD470A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94364BEC-6A70-1C90-94CE-09EBDEE045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2738029B-26DC-25E5-A32A-D7DCE80A16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96C2A433-44A7-23A9-CEE4-37555C138D5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28785E-8EB7-E5C1-D9EB-531D14B538C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AA9277FD-4E65-8B2C-3CA2-5892E1658C8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42CC49-4DC0-356B-8D0D-915AB83F0CBB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7981371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8B4BDED-79C0-A2BE-E93D-93E6D0A018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24" y="12288"/>
            <a:ext cx="12170152" cy="684571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6F8770C2-A68E-3EDF-2B41-11181D29DF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74697-6E30-7188-CE5B-022BA66424C8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4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4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298776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1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26A59A6-B0BB-7A8E-4E98-559764C4F7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55FBD7D0-0C6A-C886-5241-C80C35E2615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3478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2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2834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6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7E189B-5C82-F523-047C-1F954333DB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1C77175-EEE9-25B1-527F-B9622D6F21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C068D1C-F77C-7DC1-26D4-A7A885E94BB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10DA7FAA-DCCA-CF1C-ECD1-04C3E040B2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86B7BE92-B2BC-8117-727B-EBD35705F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11" name="TextBox 26">
            <a:extLst>
              <a:ext uri="{FF2B5EF4-FFF2-40B4-BE49-F238E27FC236}">
                <a16:creationId xmlns:a16="http://schemas.microsoft.com/office/drawing/2014/main" id="{58D99759-E104-0D75-C1DB-0A9A0C25A47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20">
            <a:extLst>
              <a:ext uri="{FF2B5EF4-FFF2-40B4-BE49-F238E27FC236}">
                <a16:creationId xmlns:a16="http://schemas.microsoft.com/office/drawing/2014/main" id="{E4E6591A-AC04-6138-7360-1E12248FAD6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7319B784-3C1F-F656-AB32-0EEEF44092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40599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6" cy="6850202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54180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4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0C51FEE-E9D9-FD3A-44B4-5BF3F05123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2" y="7805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247756B6-0DE2-04ED-A0F2-F2FBF5F5617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253B43-87A1-138E-C81E-1193F265B437}"/>
              </a:ext>
            </a:extLst>
          </p:cNvPr>
          <p:cNvSpPr txBox="1">
            <a:spLocks noChangeArrowheads="1"/>
          </p:cNvSpPr>
          <p:nvPr userDrawn="1"/>
        </p:nvSpPr>
        <p:spPr bwMode="auto">
          <a:xfrm rot="16200000">
            <a:off x="11473681" y="6255668"/>
            <a:ext cx="1167204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US" sz="800" b="0" i="0" kern="1200" dirty="0">
                <a:solidFill>
                  <a:schemeClr val="bg1">
                    <a:alpha val="60000"/>
                  </a:schemeClr>
                </a:solidFill>
                <a:effectLst/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*AI-generated image</a:t>
            </a:r>
            <a:endParaRPr lang="en-GB" altLang="en-US" sz="800" b="0" i="0" dirty="0">
              <a:solidFill>
                <a:schemeClr val="bg1">
                  <a:alpha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698930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3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C6B28A-4523-72C0-1D84-8F985DDFB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5" y="7799"/>
            <a:ext cx="12178135" cy="685020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78734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9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2C9A28-D66F-7747-1E74-38C1961657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835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5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3" y="7797"/>
            <a:ext cx="12178135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74892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7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200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3626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8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410528-5DE0-BCDB-2734-6C14ABC9EEF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64" y="7797"/>
            <a:ext cx="12178133" cy="685019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4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_Section Divid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B7976-8EBB-7622-D954-56865599D6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70" y="7802"/>
            <a:ext cx="12178129" cy="6850198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628DB3C-BBE2-BAD3-74ED-90D9681F5F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0679" y="1510375"/>
            <a:ext cx="5736792" cy="2075688"/>
          </a:xfrm>
        </p:spPr>
        <p:txBody>
          <a:bodyPr anchor="b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D1FAE997-0E03-68D3-875D-17B1C4032B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0678" y="3788370"/>
            <a:ext cx="5736792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2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224B40CB-D476-E9C9-B505-35E88FC185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678" y="6311068"/>
            <a:ext cx="2881312" cy="213557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8BFD93A1-4541-A89C-BDAF-7EAF1393AA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678" y="6040944"/>
            <a:ext cx="2881312" cy="209279"/>
          </a:xfrm>
        </p:spPr>
        <p:txBody>
          <a:bodyPr anchor="t"/>
          <a:lstStyle>
            <a:lvl1pPr marL="0" indent="0" algn="l">
              <a:spcAft>
                <a:spcPts val="600"/>
              </a:spcAft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 Name</a:t>
            </a:r>
          </a:p>
        </p:txBody>
      </p:sp>
      <p:sp>
        <p:nvSpPr>
          <p:cNvPr id="20" name="TextBox 26">
            <a:extLst>
              <a:ext uri="{FF2B5EF4-FFF2-40B4-BE49-F238E27FC236}">
                <a16:creationId xmlns:a16="http://schemas.microsoft.com/office/drawing/2014/main" id="{CC3D5B98-9C9C-6A1D-03B3-EBC01D49EF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531C0C-96BA-ED29-6B5B-D13B9AB5DB2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accent6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B82D0067-8CA9-6218-6454-41F6797D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31529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2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07A330-9574-FF87-EA8A-044AA15C75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6CC56AD-D686-63C5-BB2B-518B630FED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3429000"/>
            <a:ext cx="57610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AF4665F-72C8-35D6-B739-29F9B634F22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6000" y="5521072"/>
            <a:ext cx="5761037" cy="702444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2" name="TextBox 26">
            <a:extLst>
              <a:ext uri="{FF2B5EF4-FFF2-40B4-BE49-F238E27FC236}">
                <a16:creationId xmlns:a16="http://schemas.microsoft.com/office/drawing/2014/main" id="{BB9A4980-8130-ECF6-18D2-66F6B69AA99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0">
            <a:extLst>
              <a:ext uri="{FF2B5EF4-FFF2-40B4-BE49-F238E27FC236}">
                <a16:creationId xmlns:a16="http://schemas.microsoft.com/office/drawing/2014/main" id="{CBE749A6-B33A-E319-7094-1F262F5C1BC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5" name="Picture 22">
            <a:extLst>
              <a:ext uri="{FF2B5EF4-FFF2-40B4-BE49-F238E27FC236}">
                <a16:creationId xmlns:a16="http://schemas.microsoft.com/office/drawing/2014/main" id="{0ADAB8D7-1DCB-8960-3C98-4CD06791267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6531048"/>
            <a:ext cx="507599" cy="1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5363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0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F13F000-A104-801F-0097-B2AF672024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6A6BA01-5647-C911-2D6F-EA1B5776D3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4FD42E4-6767-D4AE-8D21-E0B19801A4A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1DFDF6-9085-6EAC-DBD9-835D60E9048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2" y="1"/>
            <a:ext cx="6095999" cy="6857999"/>
          </a:xfrm>
          <a:custGeom>
            <a:avLst/>
            <a:gdLst>
              <a:gd name="connsiteX0" fmla="*/ 2621816 w 6095999"/>
              <a:gd name="connsiteY0" fmla="*/ 0 h 6857999"/>
              <a:gd name="connsiteX1" fmla="*/ 6095999 w 6095999"/>
              <a:gd name="connsiteY1" fmla="*/ 0 h 6857999"/>
              <a:gd name="connsiteX2" fmla="*/ 6095999 w 6095999"/>
              <a:gd name="connsiteY2" fmla="*/ 6857999 h 6857999"/>
              <a:gd name="connsiteX3" fmla="*/ 282366 w 6095999"/>
              <a:gd name="connsiteY3" fmla="*/ 6857999 h 6857999"/>
              <a:gd name="connsiteX4" fmla="*/ 274899 w 6095999"/>
              <a:gd name="connsiteY4" fmla="*/ 6835933 h 6857999"/>
              <a:gd name="connsiteX5" fmla="*/ 0 w 6095999"/>
              <a:gd name="connsiteY5" fmla="*/ 5017647 h 6857999"/>
              <a:gd name="connsiteX6" fmla="*/ 2456125 w 6095999"/>
              <a:gd name="connsiteY6" fmla="*/ 11782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5999" h="6857999">
                <a:moveTo>
                  <a:pt x="2621816" y="0"/>
                </a:moveTo>
                <a:lnTo>
                  <a:pt x="6095999" y="0"/>
                </a:lnTo>
                <a:lnTo>
                  <a:pt x="6095999" y="6857999"/>
                </a:lnTo>
                <a:lnTo>
                  <a:pt x="282366" y="6857999"/>
                </a:lnTo>
                <a:lnTo>
                  <a:pt x="274899" y="6835933"/>
                </a:lnTo>
                <a:cubicBezTo>
                  <a:pt x="96244" y="6261537"/>
                  <a:pt x="0" y="5650832"/>
                  <a:pt x="0" y="5017647"/>
                </a:cubicBezTo>
                <a:cubicBezTo>
                  <a:pt x="0" y="3012563"/>
                  <a:pt x="965106" y="1232891"/>
                  <a:pt x="2456125" y="117826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extBox 20">
            <a:extLst>
              <a:ext uri="{FF2B5EF4-FFF2-40B4-BE49-F238E27FC236}">
                <a16:creationId xmlns:a16="http://schemas.microsoft.com/office/drawing/2014/main" id="{E02835C5-4DEE-70B9-50F4-79DDD2F546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9" name="Picture 22">
            <a:extLst>
              <a:ext uri="{FF2B5EF4-FFF2-40B4-BE49-F238E27FC236}">
                <a16:creationId xmlns:a16="http://schemas.microsoft.com/office/drawing/2014/main" id="{60B03EC4-2B84-59E9-0172-A7A8EBD8C21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6531048"/>
            <a:ext cx="507599" cy="1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836641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3_Section 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452530-8D0F-E4EB-D435-CBF6876024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FDC1D25-6FCB-8092-1FCC-26E803925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429000"/>
            <a:ext cx="5151437" cy="2067993"/>
          </a:xfrm>
        </p:spPr>
        <p:txBody>
          <a:bodyPr anchor="t" anchorCtr="0"/>
          <a:lstStyle>
            <a:lvl1pPr algn="l">
              <a:lnSpc>
                <a:spcPct val="85000"/>
              </a:lnSpc>
              <a:defRPr sz="4000" b="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Title style</a:t>
            </a:r>
            <a:br>
              <a:rPr lang="en-US" dirty="0"/>
            </a:br>
            <a:r>
              <a:rPr lang="en-US" dirty="0"/>
              <a:t>Line 3</a:t>
            </a:r>
            <a:br>
              <a:rPr lang="en-US" dirty="0"/>
            </a:br>
            <a:r>
              <a:rPr lang="en-US" dirty="0"/>
              <a:t>Line 4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69E6ED46-B083-9C27-8B6F-DD34AFF90CE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4963" y="5521072"/>
            <a:ext cx="5151437" cy="29298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2000">
                <a:solidFill>
                  <a:schemeClr val="bg1"/>
                </a:solidFill>
              </a:defRPr>
            </a:lvl1pPr>
            <a:lvl2pPr marL="457200" marR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edit subtitle style</a:t>
            </a:r>
            <a:endParaRPr lang="en-GB" dirty="0"/>
          </a:p>
        </p:txBody>
      </p:sp>
      <p:sp>
        <p:nvSpPr>
          <p:cNvPr id="4" name="TextBox 26">
            <a:extLst>
              <a:ext uri="{FF2B5EF4-FFF2-40B4-BE49-F238E27FC236}">
                <a16:creationId xmlns:a16="http://schemas.microsoft.com/office/drawing/2014/main" id="{E028FDAC-A9BD-F631-C307-851E93DC74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0E59B338-4397-5596-94B2-7E7477079AE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7" name="Picture 22">
            <a:extLst>
              <a:ext uri="{FF2B5EF4-FFF2-40B4-BE49-F238E27FC236}">
                <a16:creationId xmlns:a16="http://schemas.microsoft.com/office/drawing/2014/main" id="{AABC144D-EDF8-2933-D9F3-317A198BAA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6531048"/>
            <a:ext cx="507599" cy="1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07915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522073" cy="527685"/>
          </a:xfrm>
        </p:spPr>
        <p:txBody>
          <a:bodyPr anchor="t"/>
          <a:lstStyle>
            <a:lvl1pPr>
              <a:defRPr sz="30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3" y="952036"/>
            <a:ext cx="11522074" cy="521254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67278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noProof="0" dirty="0"/>
              <a:t>Click to edit text styles with Top Level Bullet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2140235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 slide w/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4" name="Text Placeholder 43"/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34962" y="1333362"/>
            <a:ext cx="11522075" cy="4937898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85566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20173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42716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2753468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quarter" idx="19" hasCustomPrompt="1"/>
          </p:nvPr>
        </p:nvSpPr>
        <p:spPr>
          <a:xfrm>
            <a:off x="341681" y="2202443"/>
            <a:ext cx="5515504" cy="3933245"/>
          </a:xfrm>
        </p:spPr>
        <p:txBody>
          <a:bodyPr/>
          <a:lstStyle>
            <a:lvl1pPr marL="342900" indent="-3429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947103" indent="-166688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293178" indent="-173038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518603" indent="-168275" algn="l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6339946" y="2202442"/>
            <a:ext cx="5517085" cy="3933246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67EC98B-3D70-F06A-BE88-1F7285E8B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5" name="Text Placeholder 43">
            <a:extLst>
              <a:ext uri="{FF2B5EF4-FFF2-40B4-BE49-F238E27FC236}">
                <a16:creationId xmlns:a16="http://schemas.microsoft.com/office/drawing/2014/main" id="{8E224E82-2A38-C155-7A0E-F9FC190DD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8" name="Text Placeholder 131">
            <a:extLst>
              <a:ext uri="{FF2B5EF4-FFF2-40B4-BE49-F238E27FC236}">
                <a16:creationId xmlns:a16="http://schemas.microsoft.com/office/drawing/2014/main" id="{6CCD66A5-721B-8D5F-614C-1ABC04648D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39946" y="1629286"/>
            <a:ext cx="5517092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0394A6-D095-00D9-8B77-4AD8CCC347D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131">
            <a:extLst>
              <a:ext uri="{FF2B5EF4-FFF2-40B4-BE49-F238E27FC236}">
                <a16:creationId xmlns:a16="http://schemas.microsoft.com/office/drawing/2014/main" id="{43A0EBE8-A43F-DF44-9460-0F08F5820F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5517088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1866813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 userDrawn="1">
            <p:ph idx="1" hasCustomPrompt="1"/>
          </p:nvPr>
        </p:nvSpPr>
        <p:spPr>
          <a:xfrm>
            <a:off x="341681" y="2373786"/>
            <a:ext cx="3372644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Text Placeholder 2"/>
          <p:cNvSpPr>
            <a:spLocks noGrp="1"/>
          </p:cNvSpPr>
          <p:nvPr userDrawn="1">
            <p:ph idx="17" hasCustomPrompt="1"/>
          </p:nvPr>
        </p:nvSpPr>
        <p:spPr>
          <a:xfrm>
            <a:off x="4416359" y="2373786"/>
            <a:ext cx="3359281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4" name="Text Placeholder 2"/>
          <p:cNvSpPr>
            <a:spLocks noGrp="1"/>
          </p:cNvSpPr>
          <p:nvPr userDrawn="1">
            <p:ph idx="18" hasCustomPrompt="1"/>
          </p:nvPr>
        </p:nvSpPr>
        <p:spPr>
          <a:xfrm>
            <a:off x="8437857" y="2373786"/>
            <a:ext cx="3412462" cy="368570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5" name="Text Placeholder 131"/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419997" y="1629286"/>
            <a:ext cx="33599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6" name="Text Placeholder 131"/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8437193" y="1629286"/>
            <a:ext cx="3413126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3E3585-E252-0E6D-E69C-A5E9165DADD8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349C95-B06B-964D-FE16-449E0AA5F29B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31">
            <a:extLst>
              <a:ext uri="{FF2B5EF4-FFF2-40B4-BE49-F238E27FC236}">
                <a16:creationId xmlns:a16="http://schemas.microsoft.com/office/drawing/2014/main" id="{7B9E0AAC-6C98-45AB-DD15-D590D4CDB6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41681" y="1629286"/>
            <a:ext cx="3372645" cy="542459"/>
          </a:xfrm>
        </p:spPr>
        <p:txBody>
          <a:bodyPr anchor="t" anchorCtr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b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67523707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l_narrow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505B7A5-C1F7-41D3-815C-A3728D81DBDD}"/>
              </a:ext>
            </a:extLst>
          </p:cNvPr>
          <p:cNvCxnSpPr>
            <a:cxnSpLocks/>
          </p:cNvCxnSpPr>
          <p:nvPr userDrawn="1"/>
        </p:nvCxnSpPr>
        <p:spPr>
          <a:xfrm>
            <a:off x="3224524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2"/>
          <p:cNvSpPr>
            <a:spLocks noGrp="1"/>
          </p:cNvSpPr>
          <p:nvPr>
            <p:ph idx="1" hasCustomPrompt="1"/>
          </p:nvPr>
        </p:nvSpPr>
        <p:spPr>
          <a:xfrm>
            <a:off x="338726" y="1631111"/>
            <a:ext cx="2698050" cy="4440603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035" y="1631111"/>
            <a:ext cx="8296540" cy="4440603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334CFF-A979-FC9A-543A-A5B0FE05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8" name="Text Placeholder 43">
            <a:extLst>
              <a:ext uri="{FF2B5EF4-FFF2-40B4-BE49-F238E27FC236}">
                <a16:creationId xmlns:a16="http://schemas.microsoft.com/office/drawing/2014/main" id="{EA4C3228-7E56-9E7C-C259-DA2F13238F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83850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9182101" y="1629597"/>
            <a:ext cx="2674937" cy="4443488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21" hasCustomPrompt="1"/>
          </p:nvPr>
        </p:nvSpPr>
        <p:spPr>
          <a:xfrm>
            <a:off x="341681" y="1629287"/>
            <a:ext cx="8348664" cy="4443267"/>
          </a:xfr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94710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293178" indent="-17303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4pPr>
            <a:lvl5pPr marL="1518603" indent="-168275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F1289BE-C460-FC38-A472-549CAFF7B1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5B38FCCA-9B45-403D-9285-E8A5659B3A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2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DD410EB-22A8-56FC-8D90-A32912AB5A8D}"/>
              </a:ext>
            </a:extLst>
          </p:cNvPr>
          <p:cNvCxnSpPr>
            <a:cxnSpLocks/>
          </p:cNvCxnSpPr>
          <p:nvPr userDrawn="1"/>
        </p:nvCxnSpPr>
        <p:spPr>
          <a:xfrm>
            <a:off x="8978583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4512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with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idx="1" hasCustomPrompt="1"/>
          </p:nvPr>
        </p:nvSpPr>
        <p:spPr>
          <a:xfrm>
            <a:off x="341681" y="1629079"/>
            <a:ext cx="5625569" cy="4455197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4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2pPr>
            <a:lvl3pPr marL="855663" indent="-16668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0" name="Picture Placeholder 5"/>
          <p:cNvSpPr>
            <a:spLocks noGrp="1"/>
          </p:cNvSpPr>
          <p:nvPr>
            <p:ph type="pic" sz="quarter" idx="17"/>
          </p:nvPr>
        </p:nvSpPr>
        <p:spPr>
          <a:xfrm>
            <a:off x="6250924" y="1629080"/>
            <a:ext cx="5606113" cy="4455198"/>
          </a:xfrm>
        </p:spPr>
        <p:txBody>
          <a:bodyPr/>
          <a:lstStyle>
            <a:lvl1pPr marL="0" indent="0">
              <a:buClr>
                <a:schemeClr val="accent1"/>
              </a:buClr>
              <a:buNone/>
              <a:defRPr sz="22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Click icon to add picture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0152492-71D9-150B-2A89-D0FCD1FD29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405D1B2E-CB2E-3E45-B317-55D6F5C2DA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81452845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able Placeholder 3"/>
          <p:cNvSpPr>
            <a:spLocks noGrp="1"/>
          </p:cNvSpPr>
          <p:nvPr>
            <p:ph type="tbl" sz="quarter" idx="13"/>
          </p:nvPr>
        </p:nvSpPr>
        <p:spPr>
          <a:xfrm>
            <a:off x="342900" y="1259574"/>
            <a:ext cx="11514138" cy="506502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noProof="0" dirty="0"/>
              <a:t>Click icon to add table</a:t>
            </a:r>
            <a:endParaRPr lang="en-US" noProof="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A6B87B-D63E-427C-CAB5-FF49FA0D88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284714804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419050466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78815793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A2015AF-BA33-A1D1-C656-9F0543D045D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4" y="4686255"/>
            <a:ext cx="3372644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rgbClr val="383838"/>
                </a:solidFill>
              </a:defRPr>
            </a:lvl3pPr>
            <a:lvl4pPr>
              <a:defRPr>
                <a:solidFill>
                  <a:srgbClr val="383838"/>
                </a:solidFill>
              </a:defRPr>
            </a:lvl4pPr>
            <a:lvl5pPr>
              <a:defRPr>
                <a:solidFill>
                  <a:srgbClr val="383838"/>
                </a:solidFill>
              </a:defRPr>
            </a:lvl5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1DCE8EB-57B0-6F3F-108A-307D6494DF2E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4416359" y="4686255"/>
            <a:ext cx="3359281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CE459FA-5634-169B-B788-0A6DCDEB1AC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8437857" y="4686255"/>
            <a:ext cx="3412462" cy="1373232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581343" indent="-166688">
              <a:lnSpc>
                <a:spcPct val="100000"/>
              </a:lnSpc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</a:defRPr>
            </a:lvl2pPr>
          </a:lstStyle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44501729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A34585F-2B85-C728-D6AB-F47CC23E51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C8F3B333-FC3F-6CC0-F884-E8D64B4184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6463063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 sl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1325FC2-3ECC-B01B-C310-C1830B3A37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33375"/>
            <a:ext cx="11233150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43">
            <a:extLst>
              <a:ext uri="{FF2B5EF4-FFF2-40B4-BE49-F238E27FC236}">
                <a16:creationId xmlns:a16="http://schemas.microsoft.com/office/drawing/2014/main" id="{22E93B31-0AB7-47FF-66E3-07BAB00D4F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785244"/>
            <a:ext cx="11233150" cy="344488"/>
          </a:xfrm>
        </p:spPr>
        <p:txBody>
          <a:bodyPr/>
          <a:lstStyle>
            <a:lvl1pPr marL="0" indent="0">
              <a:buNone/>
              <a:defRPr lang="en-US" sz="220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3C81F4B-F08E-B41E-3208-5D0B92A96A1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9997" y="1611050"/>
            <a:ext cx="3359945" cy="560696"/>
          </a:xfrm>
        </p:spPr>
        <p:txBody>
          <a:bodyPr/>
          <a:lstStyle>
            <a:lvl1pPr>
              <a:buClr>
                <a:schemeClr val="accent4"/>
              </a:buClr>
              <a:defRPr/>
            </a:lvl1pPr>
          </a:lstStyle>
          <a:p>
            <a:r>
              <a:rPr lang="en-US" dirty="0"/>
              <a:t>Column Headline</a:t>
            </a:r>
          </a:p>
          <a:p>
            <a:endParaRPr lang="en-US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D3F52F4B-161F-01DB-3570-BED7ABF421D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37193" y="1611050"/>
            <a:ext cx="3413126" cy="560696"/>
          </a:xfrm>
        </p:spPr>
        <p:txBody>
          <a:bodyPr/>
          <a:lstStyle>
            <a:lvl1pPr>
              <a:buClr>
                <a:schemeClr val="accent4"/>
              </a:buClr>
              <a:defRPr/>
            </a:lvl1pPr>
          </a:lstStyle>
          <a:p>
            <a:r>
              <a:rPr lang="en-US" dirty="0"/>
              <a:t>Column Headline</a:t>
            </a:r>
          </a:p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173144-7538-D08B-6C69-A7C2EF4371B0}"/>
              </a:ext>
            </a:extLst>
          </p:cNvPr>
          <p:cNvCxnSpPr>
            <a:cxnSpLocks/>
          </p:cNvCxnSpPr>
          <p:nvPr userDrawn="1"/>
        </p:nvCxnSpPr>
        <p:spPr>
          <a:xfrm>
            <a:off x="4068914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01FA014-90AB-0167-9FFE-B61D90A760F8}"/>
              </a:ext>
            </a:extLst>
          </p:cNvPr>
          <p:cNvCxnSpPr>
            <a:cxnSpLocks/>
          </p:cNvCxnSpPr>
          <p:nvPr userDrawn="1"/>
        </p:nvCxnSpPr>
        <p:spPr>
          <a:xfrm>
            <a:off x="8130275" y="1631950"/>
            <a:ext cx="0" cy="4440604"/>
          </a:xfrm>
          <a:prstGeom prst="line">
            <a:avLst/>
          </a:prstGeom>
          <a:ln w="15875">
            <a:solidFill>
              <a:schemeClr val="bg2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1C219C76-408E-918F-DA25-E1B89EC087A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1681" y="1611050"/>
            <a:ext cx="3372645" cy="560696"/>
          </a:xfrm>
        </p:spPr>
        <p:txBody>
          <a:bodyPr/>
          <a:lstStyle>
            <a:lvl1pPr>
              <a:buClr>
                <a:schemeClr val="accent4"/>
              </a:buClr>
              <a:defRPr/>
            </a:lvl1pPr>
          </a:lstStyle>
          <a:p>
            <a:r>
              <a:rPr lang="en-US" dirty="0"/>
              <a:t>Column Headline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4315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FF3FA1D-9635-ED13-F7C7-D49D0BEE4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203065"/>
            <a:ext cx="5761037" cy="451869"/>
          </a:xfrm>
        </p:spPr>
        <p:txBody>
          <a:bodyPr anchor="t"/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FBFE9E-2652-DCEC-F6D0-92BD843763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0" y="3127761"/>
            <a:ext cx="296254" cy="3419089"/>
          </a:xfrm>
        </p:spPr>
        <p:txBody>
          <a:bodyPr anchor="t" anchorCtr="0"/>
          <a:lstStyle>
            <a:lvl1pPr marL="0" marR="0" indent="0" algn="l" defTabSz="914400" rtl="0" eaLnBrk="1" fontAlgn="base" latinLnBrk="0" hangingPunct="1">
              <a:lnSpc>
                <a:spcPts val="278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 sz="2400">
                <a:solidFill>
                  <a:schemeClr val="accent4"/>
                </a:solidFill>
              </a:defRPr>
            </a:lvl1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#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81CCB20-290E-8B38-FAC1-99C3722947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92255" y="3127761"/>
            <a:ext cx="5272754" cy="3419089"/>
          </a:xfrm>
        </p:spPr>
        <p:txBody>
          <a:bodyPr anchor="t" anchorCtr="0"/>
          <a:lstStyle>
            <a:lvl1pPr marL="0" marR="0" indent="0" algn="l" defTabSz="914400" rtl="0" eaLnBrk="1" fontAlgn="base" latinLnBrk="0" hangingPunct="1">
              <a:lnSpc>
                <a:spcPts val="278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 sz="2400">
                <a:solidFill>
                  <a:schemeClr val="bg1"/>
                </a:solidFill>
              </a:defRPr>
            </a:lvl1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None/>
              <a:tabLst/>
              <a:defRPr/>
            </a:pPr>
            <a:r>
              <a:rPr lang="en-US"/>
              <a:t>Agenda 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3703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35D0AB-AC44-3595-F2A0-E120A9BFA64F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E5686C-98E7-A510-653F-0FD69A4B4B81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6F863802-73AF-E781-94DD-B6935A840D5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7E9A11-EBA6-9420-BCD8-181F6B72A5A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420034458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11CE2E-EC95-AB37-48CD-A893B95CCBCB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74000">
                <a:srgbClr val="BA85F9"/>
              </a:gs>
              <a:gs pos="33000">
                <a:srgbClr val="6E2FF1"/>
              </a:gs>
              <a:gs pos="0">
                <a:schemeClr val="accent1">
                  <a:alpha val="7000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667DAA-C82F-D11A-357F-886396C9B7FE}"/>
              </a:ext>
            </a:extLst>
          </p:cNvPr>
          <p:cNvSpPr/>
          <p:nvPr userDrawn="1"/>
        </p:nvSpPr>
        <p:spPr>
          <a:xfrm>
            <a:off x="-1" y="0"/>
            <a:ext cx="12192001" cy="6858000"/>
          </a:xfrm>
          <a:prstGeom prst="rect">
            <a:avLst/>
          </a:prstGeom>
          <a:gradFill>
            <a:gsLst>
              <a:gs pos="100000">
                <a:srgbClr val="E0D1FC"/>
              </a:gs>
              <a:gs pos="60000">
                <a:srgbClr val="6E2FF1">
                  <a:alpha val="10000"/>
                </a:srgb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558F5E-A3BE-0D42-13E9-838197A80B4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555129"/>
            <a:ext cx="4170002" cy="9694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 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5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913E0D1-1F96-2D30-DFEF-185207885C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17949" y="3249879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856766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BED15ADD-5EC2-811A-2387-1B5930CD08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11">
            <a:extLst>
              <a:ext uri="{FF2B5EF4-FFF2-40B4-BE49-F238E27FC236}">
                <a16:creationId xmlns:a16="http://schemas.microsoft.com/office/drawing/2014/main" id="{B381D48D-6B8E-2C29-2226-AC9A652B9C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57D2D66-0693-E8F6-C7DE-35F9D93C9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409393163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7361937A-719B-4F76-BADA-2A50A2850E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0630" t="4489" r="30630" b="7372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11">
            <a:extLst>
              <a:ext uri="{FF2B5EF4-FFF2-40B4-BE49-F238E27FC236}">
                <a16:creationId xmlns:a16="http://schemas.microsoft.com/office/drawing/2014/main" id="{0702DF4C-C16B-FB7F-C627-956839D902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004367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0_Closing Slide">
    <p:bg>
      <p:bgPr>
        <a:gradFill flip="none" rotWithShape="1">
          <a:gsLst>
            <a:gs pos="100000">
              <a:schemeClr val="accent2"/>
            </a:gs>
            <a:gs pos="21000">
              <a:srgbClr val="00C1DE"/>
            </a:gs>
            <a:gs pos="49000">
              <a:schemeClr val="accent1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87FC3B0A-1B2E-5183-A106-AFF1AFAD527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698A3AF-7443-E497-DF07-403C6A630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 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bg1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bg1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41C96215-BC65-D5B1-AF78-CCD29136EAB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05753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losing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circle with a black background&#10;&#10;Description automatically generated">
            <a:extLst>
              <a:ext uri="{FF2B5EF4-FFF2-40B4-BE49-F238E27FC236}">
                <a16:creationId xmlns:a16="http://schemas.microsoft.com/office/drawing/2014/main" id="{E1F3F225-309F-2E09-4DD8-48893FA229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1260" t="38522" b="3968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6AEBF6-6717-8CEA-D2B3-4A6E846AC3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01295"/>
            <a:ext cx="383719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(or its subsidiaries) in the US and/or elsewhere. All rights reserved. All other marks featured may be trademarks of their respective owners.</a:t>
            </a:r>
          </a:p>
          <a:p>
            <a:pPr algn="l">
              <a:defRPr/>
            </a:pPr>
            <a:b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000" noProof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3" name="Picture 11">
            <a:extLst>
              <a:ext uri="{FF2B5EF4-FFF2-40B4-BE49-F238E27FC236}">
                <a16:creationId xmlns:a16="http://schemas.microsoft.com/office/drawing/2014/main" id="{173C2F34-C098-3FF4-A356-9A5AE8AC24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34963" y="337495"/>
            <a:ext cx="1174240" cy="358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652240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36586134-C8EC-543F-9A46-09509090B2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pic>
        <p:nvPicPr>
          <p:cNvPr id="2" name="Picture 8">
            <a:extLst>
              <a:ext uri="{FF2B5EF4-FFF2-40B4-BE49-F238E27FC236}">
                <a16:creationId xmlns:a16="http://schemas.microsoft.com/office/drawing/2014/main" id="{261D619C-3FF1-3ED8-A8F2-07E95F1996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ADE8DD1-069F-97B2-E9C6-5610B87649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26471" y="0"/>
            <a:ext cx="4655186" cy="7017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ಧನ್ಯವಾದಗಳು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Grazie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谢谢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Asante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감사합니다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धन्यवाद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Kiitos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kern="12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ea typeface="ＭＳ Ｐゴシック" charset="-128"/>
                <a:cs typeface="Arial" panose="020B0604020202020204" pitchFamily="34" charset="0"/>
              </a:rPr>
              <a:t>شكرًا</a:t>
            </a:r>
          </a:p>
          <a:p>
            <a:pPr algn="r">
              <a:lnSpc>
                <a:spcPts val="3000"/>
              </a:lnSpc>
              <a:defRPr/>
            </a:pP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</a:rPr>
              <a:t>ধন্যবাদ</a:t>
            </a:r>
            <a:b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noProof="1">
                <a:solidFill>
                  <a:schemeClr val="accent6">
                    <a:alpha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תודה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ధన్యవాదములు</a:t>
            </a:r>
          </a:p>
          <a:p>
            <a:pPr marL="0" marR="0" lvl="0" indent="0" algn="r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0" i="0" noProof="1">
                <a:solidFill>
                  <a:schemeClr val="accent6">
                    <a:alpha val="25000"/>
                  </a:schemeClr>
                </a:solidFill>
                <a:effectLst/>
                <a:latin typeface="Arial" panose="020B0604020202020204" pitchFamily="34" charset="0"/>
              </a:rPr>
              <a:t>Köszönöm</a:t>
            </a:r>
          </a:p>
        </p:txBody>
      </p:sp>
    </p:spTree>
    <p:extLst>
      <p:ext uri="{BB962C8B-B14F-4D97-AF65-F5344CB8AC3E}">
        <p14:creationId xmlns:p14="http://schemas.microsoft.com/office/powerpoint/2010/main" val="235144670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ainbow colored light on a white background&#10;&#10;Description automatically generated">
            <a:extLst>
              <a:ext uri="{FF2B5EF4-FFF2-40B4-BE49-F238E27FC236}">
                <a16:creationId xmlns:a16="http://schemas.microsoft.com/office/drawing/2014/main" id="{B73A29E6-E9F1-5B2F-2688-7663FBD23B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5400000">
            <a:off x="1140113" y="1500192"/>
            <a:ext cx="6858000" cy="3857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9E4EE0-1E94-ABC1-F835-25183B1E6DF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34963" y="5662851"/>
            <a:ext cx="2658035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l">
              <a:defRPr/>
            </a:pP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Arm trademarks featured in this presentation are registered trademarks or trademarks of Arm Limited </a:t>
            </a:r>
            <a:b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(or its subsidiaries) in the US and/or elsewhere. All rights reserved. All other marks featured may be trademarks of their respective owners.</a:t>
            </a:r>
          </a:p>
          <a:p>
            <a:pPr algn="l">
              <a:defRPr/>
            </a:pPr>
            <a:b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noProof="1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www.arm.com/company/policies/trademarks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704BD083-B9DE-015E-8172-3DBA1E572D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52354" y="3256297"/>
            <a:ext cx="1129053" cy="34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3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1.xml"/><Relationship Id="rId18" Type="http://schemas.openxmlformats.org/officeDocument/2006/relationships/slideLayout" Target="../slideLayouts/slideLayout66.xml"/><Relationship Id="rId26" Type="http://schemas.openxmlformats.org/officeDocument/2006/relationships/slideLayout" Target="../slideLayouts/slideLayout74.xml"/><Relationship Id="rId39" Type="http://schemas.openxmlformats.org/officeDocument/2006/relationships/slideLayout" Target="../slideLayouts/slideLayout87.xml"/><Relationship Id="rId21" Type="http://schemas.openxmlformats.org/officeDocument/2006/relationships/slideLayout" Target="../slideLayouts/slideLayout69.xml"/><Relationship Id="rId34" Type="http://schemas.openxmlformats.org/officeDocument/2006/relationships/slideLayout" Target="../slideLayouts/slideLayout82.xml"/><Relationship Id="rId42" Type="http://schemas.openxmlformats.org/officeDocument/2006/relationships/slideLayout" Target="../slideLayouts/slideLayout90.xml"/><Relationship Id="rId47" Type="http://schemas.openxmlformats.org/officeDocument/2006/relationships/slideLayout" Target="../slideLayouts/slideLayout95.xml"/><Relationship Id="rId50" Type="http://schemas.openxmlformats.org/officeDocument/2006/relationships/theme" Target="../theme/theme2.xml"/><Relationship Id="rId7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64.xml"/><Relationship Id="rId29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59.xml"/><Relationship Id="rId24" Type="http://schemas.openxmlformats.org/officeDocument/2006/relationships/slideLayout" Target="../slideLayouts/slideLayout72.xml"/><Relationship Id="rId32" Type="http://schemas.openxmlformats.org/officeDocument/2006/relationships/slideLayout" Target="../slideLayouts/slideLayout80.xml"/><Relationship Id="rId37" Type="http://schemas.openxmlformats.org/officeDocument/2006/relationships/slideLayout" Target="../slideLayouts/slideLayout85.xml"/><Relationship Id="rId40" Type="http://schemas.openxmlformats.org/officeDocument/2006/relationships/slideLayout" Target="../slideLayouts/slideLayout88.xml"/><Relationship Id="rId45" Type="http://schemas.openxmlformats.org/officeDocument/2006/relationships/slideLayout" Target="../slideLayouts/slideLayout93.xml"/><Relationship Id="rId5" Type="http://schemas.openxmlformats.org/officeDocument/2006/relationships/slideLayout" Target="../slideLayouts/slideLayout53.xml"/><Relationship Id="rId15" Type="http://schemas.openxmlformats.org/officeDocument/2006/relationships/slideLayout" Target="../slideLayouts/slideLayout63.xml"/><Relationship Id="rId23" Type="http://schemas.openxmlformats.org/officeDocument/2006/relationships/slideLayout" Target="../slideLayouts/slideLayout71.xml"/><Relationship Id="rId28" Type="http://schemas.openxmlformats.org/officeDocument/2006/relationships/slideLayout" Target="../slideLayouts/slideLayout76.xml"/><Relationship Id="rId36" Type="http://schemas.openxmlformats.org/officeDocument/2006/relationships/slideLayout" Target="../slideLayouts/slideLayout84.xml"/><Relationship Id="rId49" Type="http://schemas.openxmlformats.org/officeDocument/2006/relationships/slideLayout" Target="../slideLayouts/slideLayout97.xml"/><Relationship Id="rId10" Type="http://schemas.openxmlformats.org/officeDocument/2006/relationships/slideLayout" Target="../slideLayouts/slideLayout58.xml"/><Relationship Id="rId19" Type="http://schemas.openxmlformats.org/officeDocument/2006/relationships/slideLayout" Target="../slideLayouts/slideLayout67.xml"/><Relationship Id="rId31" Type="http://schemas.openxmlformats.org/officeDocument/2006/relationships/slideLayout" Target="../slideLayouts/slideLayout79.xml"/><Relationship Id="rId44" Type="http://schemas.openxmlformats.org/officeDocument/2006/relationships/slideLayout" Target="../slideLayouts/slideLayout92.xml"/><Relationship Id="rId52" Type="http://schemas.openxmlformats.org/officeDocument/2006/relationships/image" Target="../media/image5.svg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Relationship Id="rId14" Type="http://schemas.openxmlformats.org/officeDocument/2006/relationships/slideLayout" Target="../slideLayouts/slideLayout62.xml"/><Relationship Id="rId22" Type="http://schemas.openxmlformats.org/officeDocument/2006/relationships/slideLayout" Target="../slideLayouts/slideLayout70.xml"/><Relationship Id="rId27" Type="http://schemas.openxmlformats.org/officeDocument/2006/relationships/slideLayout" Target="../slideLayouts/slideLayout75.xml"/><Relationship Id="rId30" Type="http://schemas.openxmlformats.org/officeDocument/2006/relationships/slideLayout" Target="../slideLayouts/slideLayout78.xml"/><Relationship Id="rId35" Type="http://schemas.openxmlformats.org/officeDocument/2006/relationships/slideLayout" Target="../slideLayouts/slideLayout83.xml"/><Relationship Id="rId43" Type="http://schemas.openxmlformats.org/officeDocument/2006/relationships/slideLayout" Target="../slideLayouts/slideLayout91.xml"/><Relationship Id="rId48" Type="http://schemas.openxmlformats.org/officeDocument/2006/relationships/slideLayout" Target="../slideLayouts/slideLayout96.xml"/><Relationship Id="rId8" Type="http://schemas.openxmlformats.org/officeDocument/2006/relationships/slideLayout" Target="../slideLayouts/slideLayout56.xml"/><Relationship Id="rId51" Type="http://schemas.openxmlformats.org/officeDocument/2006/relationships/image" Target="../media/image4.png"/><Relationship Id="rId3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60.xml"/><Relationship Id="rId17" Type="http://schemas.openxmlformats.org/officeDocument/2006/relationships/slideLayout" Target="../slideLayouts/slideLayout65.xml"/><Relationship Id="rId25" Type="http://schemas.openxmlformats.org/officeDocument/2006/relationships/slideLayout" Target="../slideLayouts/slideLayout73.xml"/><Relationship Id="rId33" Type="http://schemas.openxmlformats.org/officeDocument/2006/relationships/slideLayout" Target="../slideLayouts/slideLayout81.xml"/><Relationship Id="rId38" Type="http://schemas.openxmlformats.org/officeDocument/2006/relationships/slideLayout" Target="../slideLayouts/slideLayout86.xml"/><Relationship Id="rId46" Type="http://schemas.openxmlformats.org/officeDocument/2006/relationships/slideLayout" Target="../slideLayouts/slideLayout94.xml"/><Relationship Id="rId20" Type="http://schemas.openxmlformats.org/officeDocument/2006/relationships/slideLayout" Target="../slideLayouts/slideLayout68.xml"/><Relationship Id="rId41" Type="http://schemas.openxmlformats.org/officeDocument/2006/relationships/slideLayout" Target="../slideLayouts/slideLayout89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963" y="333375"/>
            <a:ext cx="11233150" cy="4210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2" y="911934"/>
            <a:ext cx="11522075" cy="53440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84309424-723D-8A35-92B9-2F15D94C0D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20">
            <a:extLst>
              <a:ext uri="{FF2B5EF4-FFF2-40B4-BE49-F238E27FC236}">
                <a16:creationId xmlns:a16="http://schemas.microsoft.com/office/drawing/2014/main" id="{9D572872-9C2D-0C1F-D4D0-A3E9022FFF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tx1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6" name="Picture 7">
            <a:extLst>
              <a:ext uri="{FF2B5EF4-FFF2-40B4-BE49-F238E27FC236}">
                <a16:creationId xmlns:a16="http://schemas.microsoft.com/office/drawing/2014/main" id="{59DBC0C9-72A6-2DB5-0DF6-C7C6A1D65C4B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91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541" r:id="rId1"/>
    <p:sldLayoutId id="2147485718" r:id="rId2"/>
    <p:sldLayoutId id="2147485712" r:id="rId3"/>
    <p:sldLayoutId id="2147485713" r:id="rId4"/>
    <p:sldLayoutId id="2147485714" r:id="rId5"/>
    <p:sldLayoutId id="2147485578" r:id="rId6"/>
    <p:sldLayoutId id="2147485720" r:id="rId7"/>
    <p:sldLayoutId id="2147485722" r:id="rId8"/>
    <p:sldLayoutId id="2147485724" r:id="rId9"/>
    <p:sldLayoutId id="2147485725" r:id="rId10"/>
    <p:sldLayoutId id="2147485726" r:id="rId11"/>
    <p:sldLayoutId id="2147485600" r:id="rId12"/>
    <p:sldLayoutId id="2147485598" r:id="rId13"/>
    <p:sldLayoutId id="2147485657" r:id="rId14"/>
    <p:sldLayoutId id="2147485658" r:id="rId15"/>
    <p:sldLayoutId id="2147485723" r:id="rId16"/>
    <p:sldLayoutId id="2147485715" r:id="rId17"/>
    <p:sldLayoutId id="2147485719" r:id="rId18"/>
    <p:sldLayoutId id="2147485716" r:id="rId19"/>
    <p:sldLayoutId id="2147485823" r:id="rId20"/>
    <p:sldLayoutId id="2147485721" r:id="rId21"/>
    <p:sldLayoutId id="2147485727" r:id="rId22"/>
    <p:sldLayoutId id="2147485728" r:id="rId23"/>
    <p:sldLayoutId id="2147485822" r:id="rId24"/>
    <p:sldLayoutId id="2147485516" r:id="rId25"/>
    <p:sldLayoutId id="2147485567" r:id="rId26"/>
    <p:sldLayoutId id="2147485539" r:id="rId27"/>
    <p:sldLayoutId id="2147485440" r:id="rId28"/>
    <p:sldLayoutId id="2147485441" r:id="rId29"/>
    <p:sldLayoutId id="2147485442" r:id="rId30"/>
    <p:sldLayoutId id="2147485443" r:id="rId31"/>
    <p:sldLayoutId id="2147485445" r:id="rId32"/>
    <p:sldLayoutId id="2147485446" r:id="rId33"/>
    <p:sldLayoutId id="2147485448" r:id="rId34"/>
    <p:sldLayoutId id="2147485449" r:id="rId35"/>
    <p:sldLayoutId id="2147485450" r:id="rId36"/>
    <p:sldLayoutId id="2147485717" r:id="rId37"/>
    <p:sldLayoutId id="2147485591" r:id="rId38"/>
    <p:sldLayoutId id="2147485592" r:id="rId39"/>
    <p:sldLayoutId id="2147485593" r:id="rId40"/>
    <p:sldLayoutId id="2147485452" r:id="rId41"/>
    <p:sldLayoutId id="2147485590" r:id="rId42"/>
    <p:sldLayoutId id="2147485527" r:id="rId43"/>
    <p:sldLayoutId id="2147485453" r:id="rId44"/>
    <p:sldLayoutId id="2147485561" r:id="rId45"/>
    <p:sldLayoutId id="2147485513" r:id="rId46"/>
    <p:sldLayoutId id="2147485570" r:id="rId47"/>
    <p:sldLayoutId id="2147485529" r:id="rId48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200" b="0" i="0" kern="1200" spc="-50">
          <a:solidFill>
            <a:schemeClr val="tx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20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8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6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6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rgbClr val="6E2FF1"/>
        </a:buClr>
        <a:buSzPct val="80000"/>
        <a:buFont typeface="Arial" panose="020B0604020202020204" pitchFamily="34" charset="0"/>
        <a:buChar char="•"/>
        <a:defRPr sz="1600" b="0" i="0" kern="1200">
          <a:solidFill>
            <a:srgbClr val="333E48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210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211" userDrawn="1">
          <p15:clr>
            <a:srgbClr val="F26B43"/>
          </p15:clr>
        </p15:guide>
        <p15:guide id="8" pos="2026" userDrawn="1">
          <p15:clr>
            <a:srgbClr val="F26B43"/>
          </p15:clr>
        </p15:guide>
        <p15:guide id="9" pos="5654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4963" y="333375"/>
            <a:ext cx="11233150" cy="42100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4EB643E-3109-434C-BA97-15D4C8A5EF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2" y="911934"/>
            <a:ext cx="11522075" cy="53440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84309424-723D-8A35-92B9-2F15D94C0D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544299" y="6574374"/>
            <a:ext cx="312738" cy="110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fld id="{2682C2D1-8EA8-E748-B66F-74D4D53CF8F8}" type="slidenum">
              <a:rPr lang="en-US" altLang="en-US" sz="800" b="0" i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lnSpc>
                  <a:spcPct val="90000"/>
                </a:lnSpc>
                <a:spcAft>
                  <a:spcPts val="600"/>
                </a:spcAft>
                <a:buFont typeface="Arial" charset="0"/>
                <a:buNone/>
                <a:defRPr/>
              </a:pPr>
              <a:t>‹#›</a:t>
            </a:fld>
            <a:endParaRPr lang="en-US" altLang="en-US" sz="800" b="0" i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20">
            <a:extLst>
              <a:ext uri="{FF2B5EF4-FFF2-40B4-BE49-F238E27FC236}">
                <a16:creationId xmlns:a16="http://schemas.microsoft.com/office/drawing/2014/main" id="{9D572872-9C2D-0C1F-D4D0-A3E9022FFFF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91884" y="6576910"/>
            <a:ext cx="4636741" cy="11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charset="0"/>
                <a:ea typeface="ＭＳ Ｐゴシック" charset="-128"/>
              </a:defRPr>
            </a:lvl9pPr>
          </a:lstStyle>
          <a:p>
            <a:pPr algn="r" eaLnBrk="1" hangingPunct="1">
              <a:lnSpc>
                <a:spcPct val="90000"/>
              </a:lnSpc>
              <a:spcAft>
                <a:spcPts val="600"/>
              </a:spcAft>
              <a:buFont typeface="Arial" charset="0"/>
              <a:buNone/>
              <a:defRPr/>
            </a:pPr>
            <a:r>
              <a:rPr lang="en-GB" altLang="en-US" sz="800" b="0" i="0" dirty="0">
                <a:solidFill>
                  <a:schemeClr val="bg2">
                    <a:alpha val="50199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© 2026 Arm</a:t>
            </a:r>
          </a:p>
        </p:txBody>
      </p:sp>
      <p:pic>
        <p:nvPicPr>
          <p:cNvPr id="5" name="Picture 8">
            <a:extLst>
              <a:ext uri="{FF2B5EF4-FFF2-40B4-BE49-F238E27FC236}">
                <a16:creationId xmlns:a16="http://schemas.microsoft.com/office/drawing/2014/main" id="{D432EAEC-3A67-5AE0-E8C2-BEDD4E28008B}"/>
              </a:ext>
            </a:extLst>
          </p:cNvPr>
          <p:cNvPicPr>
            <a:picLocks noChangeAspect="1"/>
          </p:cNvPicPr>
          <p:nvPr userDrawn="1"/>
        </p:nvPicPr>
        <p:blipFill>
          <a:blip r:embed="rId51"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rcRect/>
          <a:stretch/>
        </p:blipFill>
        <p:spPr>
          <a:xfrm>
            <a:off x="334964" y="6526498"/>
            <a:ext cx="506921" cy="15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08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769" r:id="rId1"/>
    <p:sldLayoutId id="2147485785" r:id="rId2"/>
    <p:sldLayoutId id="2147485770" r:id="rId3"/>
    <p:sldLayoutId id="2147485771" r:id="rId4"/>
    <p:sldLayoutId id="2147485772" r:id="rId5"/>
    <p:sldLayoutId id="2147485824" r:id="rId6"/>
    <p:sldLayoutId id="2147485825" r:id="rId7"/>
    <p:sldLayoutId id="2147485826" r:id="rId8"/>
    <p:sldLayoutId id="2147485827" r:id="rId9"/>
    <p:sldLayoutId id="2147485828" r:id="rId10"/>
    <p:sldLayoutId id="2147485829" r:id="rId11"/>
    <p:sldLayoutId id="2147485830" r:id="rId12"/>
    <p:sldLayoutId id="2147485831" r:id="rId13"/>
    <p:sldLayoutId id="2147485832" r:id="rId14"/>
    <p:sldLayoutId id="2147485833" r:id="rId15"/>
    <p:sldLayoutId id="2147485834" r:id="rId16"/>
    <p:sldLayoutId id="2147485835" r:id="rId17"/>
    <p:sldLayoutId id="2147485836" r:id="rId18"/>
    <p:sldLayoutId id="2147485837" r:id="rId19"/>
    <p:sldLayoutId id="2147485838" r:id="rId20"/>
    <p:sldLayoutId id="2147485839" r:id="rId21"/>
    <p:sldLayoutId id="2147485840" r:id="rId22"/>
    <p:sldLayoutId id="2147485841" r:id="rId23"/>
    <p:sldLayoutId id="2147485842" r:id="rId24"/>
    <p:sldLayoutId id="2147485793" r:id="rId25"/>
    <p:sldLayoutId id="2147485794" r:id="rId26"/>
    <p:sldLayoutId id="2147485795" r:id="rId27"/>
    <p:sldLayoutId id="2147485680" r:id="rId28"/>
    <p:sldLayoutId id="2147485681" r:id="rId29"/>
    <p:sldLayoutId id="2147485682" r:id="rId30"/>
    <p:sldLayoutId id="2147485683" r:id="rId31"/>
    <p:sldLayoutId id="2147485685" r:id="rId32"/>
    <p:sldLayoutId id="2147485686" r:id="rId33"/>
    <p:sldLayoutId id="2147485688" r:id="rId34"/>
    <p:sldLayoutId id="2147485689" r:id="rId35"/>
    <p:sldLayoutId id="2147485690" r:id="rId36"/>
    <p:sldLayoutId id="2147485708" r:id="rId37"/>
    <p:sldLayoutId id="2147485695" r:id="rId38"/>
    <p:sldLayoutId id="2147485696" r:id="rId39"/>
    <p:sldLayoutId id="2147485697" r:id="rId40"/>
    <p:sldLayoutId id="2147485806" r:id="rId41"/>
    <p:sldLayoutId id="2147485843" r:id="rId42"/>
    <p:sldLayoutId id="2147485844" r:id="rId43"/>
    <p:sldLayoutId id="2147485845" r:id="rId44"/>
    <p:sldLayoutId id="2147485846" r:id="rId45"/>
    <p:sldLayoutId id="2147485847" r:id="rId46"/>
    <p:sldLayoutId id="2147485848" r:id="rId47"/>
    <p:sldLayoutId id="2147485849" r:id="rId48"/>
    <p:sldLayoutId id="2147485850" r:id="rId4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200" b="0" i="0" kern="1200" spc="-5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6pPr>
      <a:lvl7pPr marL="9144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7pPr>
      <a:lvl8pPr marL="13716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8pPr>
      <a:lvl9pPr marL="182880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600" b="1">
          <a:solidFill>
            <a:schemeClr val="accent1"/>
          </a:solidFill>
          <a:latin typeface="Calibri" charset="0"/>
        </a:defRPr>
      </a:lvl9pPr>
    </p:titleStyle>
    <p:bodyStyle>
      <a:lvl1pPr marL="342900" indent="-342900" algn="l" rtl="0" eaLnBrk="1" fontAlgn="base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1pPr>
      <a:lvl2pPr marL="58134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2pPr>
      <a:lvl3pPr marL="855663" indent="-16668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3pPr>
      <a:lvl4pPr marL="1201738" indent="-173038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1427163" indent="-168275" algn="l" rtl="0" eaLnBrk="1" fontAlgn="base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4"/>
        </a:buClr>
        <a:buSzPct val="80000"/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5pPr>
      <a:lvl6pPr marL="16550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6pPr>
      <a:lvl7pPr marL="18836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7pPr>
      <a:lvl8pPr marL="21122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Wingdings" panose="05000000000000000000" pitchFamily="2" charset="2"/>
        <a:buChar char="§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8pPr>
      <a:lvl9pPr marL="2340864" indent="-164592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>
          <a:schemeClr val="accent1"/>
        </a:buClr>
        <a:buSzPct val="80000"/>
        <a:buFont typeface="Calibri" panose="020F0502020204030204" pitchFamily="34" charset="0"/>
        <a:buChar char="–"/>
        <a:defRPr lang="en-US" sz="1600" kern="1200" dirty="0" smtClean="0">
          <a:solidFill>
            <a:srgbClr val="383838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210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211" userDrawn="1">
          <p15:clr>
            <a:srgbClr val="F26B43"/>
          </p15:clr>
        </p15:guide>
        <p15:guide id="8" pos="2026" userDrawn="1">
          <p15:clr>
            <a:srgbClr val="F26B43"/>
          </p15:clr>
        </p15:guide>
        <p15:guide id="9" pos="565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documentation-service.arm.com/static/6036810d5319e554d4ba108b?token=" TargetMode="Externa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hyperlink" Target="https://developer.arm.com/documentation/109542/0100/Arm-Topdown-methodology/Stage-2--Microarchitecture-exploration?lang=en" TargetMode="Externa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1.svg"/><Relationship Id="rId2" Type="http://schemas.openxmlformats.org/officeDocument/2006/relationships/hyperlink" Target="https://developer.arm.com/documentation/109542/0100/Arm-Topdown-methodology/Stage-1--Topdown-analysis?lang=en" TargetMode="Externa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8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1.svg"/><Relationship Id="rId2" Type="http://schemas.openxmlformats.org/officeDocument/2006/relationships/hyperlink" Target="https://developer.arm.com/community/arm-community-blogs/b/architectures-and-processors-blog/posts/a-walk-through-of-the-microarchitectural-improvements-in-cortex-a72" TargetMode="Externa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1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0.png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diagramLayout" Target="../diagrams/layout3.xml"/><Relationship Id="rId7" Type="http://schemas.openxmlformats.org/officeDocument/2006/relationships/image" Target="../media/image38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8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41.sv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8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svg"/><Relationship Id="rId7" Type="http://schemas.openxmlformats.org/officeDocument/2006/relationships/image" Target="../media/image57.svg"/><Relationship Id="rId12" Type="http://schemas.openxmlformats.org/officeDocument/2006/relationships/hyperlink" Target="https://armh.sharepoint.com/sites/BrandCentral/Shared%20Documents/Forms/AllItems.aspx?id=%2Fsites%2FBrandCentral%2FShared%20Documents%2FIconography&amp;p=true&amp;ga=1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9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sv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3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6.xml"/><Relationship Id="rId5" Type="http://schemas.openxmlformats.org/officeDocument/2006/relationships/image" Target="../media/image67.svg"/><Relationship Id="rId4" Type="http://schemas.openxmlformats.org/officeDocument/2006/relationships/image" Target="../media/image66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0.xml"/><Relationship Id="rId4" Type="http://schemas.openxmlformats.org/officeDocument/2006/relationships/chart" Target="../charts/char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39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8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9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0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svg"/><Relationship Id="rId7" Type="http://schemas.openxmlformats.org/officeDocument/2006/relationships/image" Target="../media/image73.svg"/><Relationship Id="rId12" Type="http://schemas.openxmlformats.org/officeDocument/2006/relationships/hyperlink" Target="https://armh.sharepoint.com/sites/BrandCentral/Shared%20Documents/Forms/AllItems.aspx?id=%2Fsites%2FBrandCentral%2FShared%20Documents%2FIconography&amp;p=true&amp;ga=1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7.xml"/><Relationship Id="rId6" Type="http://schemas.openxmlformats.org/officeDocument/2006/relationships/image" Target="../media/image72.png"/><Relationship Id="rId11" Type="http://schemas.openxmlformats.org/officeDocument/2006/relationships/image" Target="../media/image77.svg"/><Relationship Id="rId5" Type="http://schemas.openxmlformats.org/officeDocument/2006/relationships/image" Target="../media/image71.svg"/><Relationship Id="rId10" Type="http://schemas.openxmlformats.org/officeDocument/2006/relationships/image" Target="../media/image76.png"/><Relationship Id="rId4" Type="http://schemas.openxmlformats.org/officeDocument/2006/relationships/image" Target="../media/image70.png"/><Relationship Id="rId9" Type="http://schemas.openxmlformats.org/officeDocument/2006/relationships/image" Target="../media/image75.svg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6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84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84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88.xml"/><Relationship Id="rId4" Type="http://schemas.openxmlformats.org/officeDocument/2006/relationships/chart" Target="../charts/char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8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DD1E9-7DF1-3F05-9CB5-C0525FD77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Principles of Performance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41D73C-5600-AA7C-D0BC-0855D8AAEE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Understanding CPU Microarchitecture for Software </a:t>
            </a:r>
            <a:r>
              <a:rPr lang="en-US" dirty="0" err="1"/>
              <a:t>Optimisation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F20BB-F77E-542F-E4C0-C6351C8778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C15F6-527A-72D1-0156-F4FEAB1A7B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377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BEB8055-A0F5-4B82-6465-6B34C2EB1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Performance Engineering?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0FB7F11E-5A3E-5268-7912-48328AD362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Understanding where your cycles go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00A6934-BFFB-A216-CE17-C71CE93AC9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8E61D4-3F4A-BCC8-5D8E-BFE980AB67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438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F05B9-9915-EED8-9D76-61F8396B2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12AB9-E8FA-E621-AB43-B8FA8B937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Performance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D31E8-4ACD-8652-039D-36DF9C4DAE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037967"/>
            <a:ext cx="6435951" cy="5212544"/>
          </a:xfrm>
        </p:spPr>
        <p:txBody>
          <a:bodyPr/>
          <a:lstStyle/>
          <a:p>
            <a:r>
              <a:rPr lang="en-GB" altLang="en-US" dirty="0"/>
              <a:t>The practice of measuring, analysing, and improving software performance</a:t>
            </a:r>
          </a:p>
          <a:p>
            <a:pPr lvl="1"/>
            <a:r>
              <a:rPr lang="en-GB" altLang="en-US" dirty="0"/>
              <a:t>Not guessing -- using hardware evidence to guide decisions</a:t>
            </a:r>
          </a:p>
          <a:p>
            <a:r>
              <a:rPr lang="en-GB" altLang="en-US" dirty="0"/>
              <a:t>Modern CPUs are complex: multiple cache levels, out-of-order execution, speculative pipelines</a:t>
            </a:r>
          </a:p>
          <a:p>
            <a:pPr lvl="1"/>
            <a:r>
              <a:rPr lang="en-GB" altLang="en-US" dirty="0"/>
              <a:t>Source code alone cannot reveal where time is being wasted</a:t>
            </a:r>
          </a:p>
          <a:p>
            <a:r>
              <a:rPr lang="en-GB" altLang="en-US" dirty="0"/>
              <a:t>Performance engineering answers two fundamental questions:</a:t>
            </a:r>
          </a:p>
          <a:p>
            <a:pPr lvl="1"/>
            <a:r>
              <a:rPr lang="en-GB" altLang="en-US" dirty="0"/>
              <a:t>Where is the program spending its time?</a:t>
            </a:r>
          </a:p>
          <a:p>
            <a:pPr lvl="1"/>
            <a:r>
              <a:rPr lang="en-GB" altLang="en-US" dirty="0"/>
              <a:t>Why is it spending time there instead of doing useful work?</a:t>
            </a:r>
          </a:p>
          <a:p>
            <a:r>
              <a:rPr lang="en-GB" altLang="en-US" dirty="0"/>
              <a:t>Goal: convert more CPU cycles into useful computation</a:t>
            </a:r>
            <a:endParaRPr lang="en-US" alt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EF03FD65-5712-9B67-FD7D-CF687A004D9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8376294"/>
              </p:ext>
            </p:extLst>
          </p:nvPr>
        </p:nvGraphicFramePr>
        <p:xfrm>
          <a:off x="7463481" y="1736124"/>
          <a:ext cx="3680683" cy="33857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58605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EAF5-25F3-761D-976B-4903CA68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A881A-3E4B-A01D-6D82-486881E1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Modern CPU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3AAE6-9926-AA20-A1B0-B69A276BA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075604"/>
            <a:ext cx="6435951" cy="5212544"/>
          </a:xfrm>
        </p:spPr>
        <p:txBody>
          <a:bodyPr/>
          <a:lstStyle/>
          <a:p>
            <a:r>
              <a:rPr lang="en-GB" altLang="en-US" dirty="0"/>
              <a:t>Instructions flow through a series of stages: Fetch, Decode, Execute, Retire</a:t>
            </a:r>
          </a:p>
          <a:p>
            <a:pPr lvl="1"/>
            <a:r>
              <a:rPr lang="en-GB" altLang="en-US" dirty="0"/>
              <a:t>Fetch: retrieve instructions from the instruction cache</a:t>
            </a:r>
          </a:p>
          <a:p>
            <a:pPr lvl="1"/>
            <a:r>
              <a:rPr lang="en-GB" altLang="en-US" dirty="0"/>
              <a:t>Decode: translate instructions into micro-operations</a:t>
            </a:r>
          </a:p>
          <a:p>
            <a:pPr lvl="1"/>
            <a:r>
              <a:rPr lang="en-GB" altLang="en-US" dirty="0"/>
              <a:t>Execute: perform the actual computation in execution units</a:t>
            </a:r>
          </a:p>
          <a:p>
            <a:pPr lvl="1"/>
            <a:r>
              <a:rPr lang="en-GB" altLang="en-US" dirty="0"/>
              <a:t>Retire: commit results to architectural state</a:t>
            </a:r>
          </a:p>
          <a:p>
            <a:r>
              <a:rPr lang="en-GB" altLang="en-US" dirty="0"/>
              <a:t>Modern CPUs are superscalar: they can issue multiple micro-ops per cycle</a:t>
            </a:r>
          </a:p>
          <a:p>
            <a:pPr lvl="1"/>
            <a:r>
              <a:rPr lang="en-GB" altLang="en-US" dirty="0"/>
              <a:t>The pipeline has a fixed number of issue slots per cycle</a:t>
            </a:r>
          </a:p>
          <a:p>
            <a:r>
              <a:rPr lang="en-GB" altLang="en-US" dirty="0"/>
              <a:t>Out-of-order execution: the CPU can reorder instructions for efficiency</a:t>
            </a:r>
          </a:p>
          <a:p>
            <a:pPr lvl="1"/>
            <a:r>
              <a:rPr lang="en-GB" altLang="en-US" dirty="0"/>
              <a:t>Instructions may execute in a different order than written in the program</a:t>
            </a:r>
            <a:endParaRPr lang="en-US" altLang="en-US" dirty="0"/>
          </a:p>
        </p:txBody>
      </p:sp>
      <p:pic>
        <p:nvPicPr>
          <p:cNvPr id="5" name="Picture 4">
            <a:hlinkClick r:id="rId2"/>
            <a:extLst>
              <a:ext uri="{FF2B5EF4-FFF2-40B4-BE49-F238E27FC236}">
                <a16:creationId xmlns:a16="http://schemas.microsoft.com/office/drawing/2014/main" id="{81E3A88C-29BE-77A9-2BE8-EBB85B22A2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5209" y="1204612"/>
            <a:ext cx="4571826" cy="444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0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EE620-7834-6F19-CC27-1EDC7CFE7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DDAE-C32B-1795-6CBE-42C67313F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CPU Slots and Micro-Operations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4EC41-1EC4-ABBC-CDD6-476690E02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015" y="1433949"/>
            <a:ext cx="5027869" cy="3157140"/>
          </a:xfrm>
        </p:spPr>
        <p:txBody>
          <a:bodyPr/>
          <a:lstStyle/>
          <a:p>
            <a:r>
              <a:rPr lang="en-GB" altLang="en-US" dirty="0"/>
              <a:t>A slot represents one opportunity for the CPU to make progress in a cycle</a:t>
            </a:r>
          </a:p>
          <a:p>
            <a:pPr lvl="1"/>
            <a:r>
              <a:rPr lang="en-GB" altLang="en-US" dirty="0"/>
              <a:t>Think of it as one place where a micro-op could have been issued</a:t>
            </a:r>
          </a:p>
          <a:p>
            <a:r>
              <a:rPr lang="en-GB" altLang="en-US" dirty="0"/>
              <a:t>Every cycle, the CPU has a limited number of slots available</a:t>
            </a:r>
          </a:p>
          <a:p>
            <a:pPr lvl="1"/>
            <a:r>
              <a:rPr lang="en-GB" altLang="en-US" dirty="0"/>
              <a:t>Each slot either does useful work, or is wasted for a specific reason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1A3C71F-F2E1-B616-B510-8207A99C2FBD}"/>
              </a:ext>
            </a:extLst>
          </p:cNvPr>
          <p:cNvSpPr txBox="1">
            <a:spLocks/>
          </p:cNvSpPr>
          <p:nvPr/>
        </p:nvSpPr>
        <p:spPr>
          <a:xfrm>
            <a:off x="277295" y="4265853"/>
            <a:ext cx="10131211" cy="200122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Performance analysis asks: what happened to each slot?</a:t>
            </a:r>
          </a:p>
          <a:p>
            <a:pPr lvl="1"/>
            <a:r>
              <a:rPr lang="en-GB" altLang="en-US" dirty="0"/>
              <a:t>Did it produce useful work (Retiring)?</a:t>
            </a:r>
          </a:p>
          <a:p>
            <a:pPr lvl="1"/>
            <a:r>
              <a:rPr lang="en-GB" altLang="en-US" dirty="0"/>
              <a:t>Was the frontend too slow to supply work (Frontend Bound)?</a:t>
            </a:r>
          </a:p>
          <a:p>
            <a:pPr lvl="1"/>
            <a:r>
              <a:rPr lang="en-GB" altLang="en-US" dirty="0"/>
              <a:t>Was the backend stalled waiting for data (Backend Bound)?</a:t>
            </a:r>
          </a:p>
          <a:p>
            <a:pPr lvl="1"/>
            <a:r>
              <a:rPr lang="en-GB" altLang="en-US" dirty="0"/>
              <a:t>Was it spent on work later discarded (Bad Speculation)?</a:t>
            </a:r>
          </a:p>
          <a:p>
            <a:r>
              <a:rPr lang="en-GB" altLang="en-US" dirty="0"/>
              <a:t>These four outcomes are mutually exclusive and account for every slot</a:t>
            </a:r>
            <a:endParaRPr lang="en-US" altLang="en-US" dirty="0"/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93D3C9B4-60A2-C9E9-EAE3-CB42E2D98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8" y="931889"/>
            <a:ext cx="5027869" cy="273566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AFF3D2-E5F1-BB0F-4FD4-F969A4384204}"/>
              </a:ext>
            </a:extLst>
          </p:cNvPr>
          <p:cNvSpPr txBox="1">
            <a:spLocks/>
          </p:cNvSpPr>
          <p:nvPr/>
        </p:nvSpPr>
        <p:spPr>
          <a:xfrm>
            <a:off x="5787118" y="3738386"/>
            <a:ext cx="5230990" cy="447418"/>
          </a:xfrm>
          <a:prstGeom prst="rect">
            <a:avLst/>
          </a:prstGeom>
        </p:spPr>
        <p:txBody>
          <a:bodyPr vert="horz" lIns="0" tIns="0" rIns="0" bIns="0" rtlCol="0">
            <a:normAutofit fontScale="85000"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Slot Classification for Microarchitecture Analysis</a:t>
            </a:r>
          </a:p>
        </p:txBody>
      </p:sp>
    </p:spTree>
    <p:extLst>
      <p:ext uri="{BB962C8B-B14F-4D97-AF65-F5344CB8AC3E}">
        <p14:creationId xmlns:p14="http://schemas.microsoft.com/office/powerpoint/2010/main" val="675021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0962B-CD32-7017-5FAC-824FCB7DA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1AE5545-0E06-9BB4-8242-BCCB45330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Top-Down Microarchitectural Analysis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8041CDFC-2E54-7377-A7E5-DAC300BF24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systematic method for diagnosing CPU bottlenecks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1848894-9083-D391-4B8E-02BDAE7AE5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F6CE469-00F9-285A-705D-CD279F84C2B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29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5EEB5-5417-FFD9-F417-FD54092D6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9A173-92B0-C914-B19A-43BBCC550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Top-Down Method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8DD25D0-F872-BE9D-7B71-09CA65A92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680" y="3429000"/>
            <a:ext cx="11522074" cy="3467005"/>
          </a:xfrm>
        </p:spPr>
        <p:txBody>
          <a:bodyPr/>
          <a:lstStyle/>
          <a:p>
            <a:r>
              <a:rPr lang="en-GB" altLang="en-US" dirty="0"/>
              <a:t>Start broad, then narrow: identify the dominant bottleneck category first</a:t>
            </a:r>
          </a:p>
          <a:p>
            <a:r>
              <a:rPr lang="en-GB" altLang="en-US" dirty="0"/>
              <a:t>Every pipeline slot is classified into one of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r>
              <a:rPr lang="en-GB" altLang="en-US" dirty="0"/>
              <a:t>The bucket with the largest share of slots tells you where to investigate</a:t>
            </a:r>
          </a:p>
          <a:p>
            <a:pPr lvl="1"/>
            <a:r>
              <a:rPr lang="en-GB" altLang="en-US" dirty="0"/>
              <a:t>Then narrow down within that bucket to find the specific cause</a:t>
            </a:r>
          </a:p>
          <a:p>
            <a:r>
              <a:rPr lang="en-GB" altLang="en-US" dirty="0"/>
              <a:t>This avoids wasting time optimising the wrong thing</a:t>
            </a:r>
          </a:p>
          <a:p>
            <a:pPr lvl="1"/>
            <a:r>
              <a:rPr lang="en-GB" altLang="en-US" dirty="0"/>
              <a:t>Always let the data guide the diagnosis, not intuition.</a:t>
            </a:r>
            <a:endParaRPr lang="en-US" alt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3FB2373-F3BD-32B0-381B-BAB3C23F2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778" y="1313788"/>
            <a:ext cx="8594444" cy="14626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4440689-C219-2AF2-EF95-FFD398430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80" y="1227289"/>
            <a:ext cx="11030635" cy="187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500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0FAC2-C64A-690B-A3E0-5122B245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3E11-583F-130D-063E-BEB60C09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Four Buckets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A5DC34F-B21F-0B4C-1098-21DCF9569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3470743"/>
            <a:ext cx="11522074" cy="3467005"/>
          </a:xfrm>
        </p:spPr>
        <p:txBody>
          <a:bodyPr/>
          <a:lstStyle/>
          <a:p>
            <a:r>
              <a:rPr lang="en-GB" altLang="en-US" dirty="0"/>
              <a:t>Retiring: slots used for instructions that complete and produce useful results</a:t>
            </a:r>
          </a:p>
          <a:p>
            <a:pPr lvl="1"/>
            <a:r>
              <a:rPr lang="en-GB" altLang="en-US" dirty="0"/>
              <a:t>High Retiring = the CPU is converting capacity into real work</a:t>
            </a:r>
          </a:p>
          <a:p>
            <a:r>
              <a:rPr lang="en-GB" altLang="en-US" dirty="0"/>
              <a:t>Frontend Bound: the frontend cannot supply micro-ops fast enough</a:t>
            </a:r>
          </a:p>
          <a:p>
            <a:pPr lvl="1"/>
            <a:r>
              <a:rPr lang="en-GB" altLang="en-US" dirty="0"/>
              <a:t>The backend could do more, but instructions are not arriving in time</a:t>
            </a:r>
          </a:p>
          <a:p>
            <a:r>
              <a:rPr lang="en-GB" altLang="en-US" dirty="0"/>
              <a:t>Backend Bound: micro-ops arrived but cannot complete in the backend</a:t>
            </a:r>
          </a:p>
          <a:p>
            <a:pPr lvl="1"/>
            <a:r>
              <a:rPr lang="en-GB" altLang="en-US" dirty="0"/>
              <a:t>Usually waiting on data (cache misses) or busy execution units</a:t>
            </a:r>
          </a:p>
          <a:p>
            <a:r>
              <a:rPr lang="en-GB" altLang="en-US" dirty="0"/>
              <a:t>Bad Speculation: slots wasted on work that gets discarded</a:t>
            </a:r>
          </a:p>
          <a:p>
            <a:pPr lvl="1"/>
            <a:r>
              <a:rPr lang="en-GB" altLang="en-US" dirty="0"/>
              <a:t>Commonly caused by branch mispredictions</a:t>
            </a:r>
            <a:endParaRPr lang="en-US" alt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437070-3C57-0782-47ED-79040F721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778" y="1313788"/>
            <a:ext cx="8594444" cy="14626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E5CDAD-14E1-42CC-7F82-29E19E9E3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80" y="1227289"/>
            <a:ext cx="11030635" cy="187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499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142BF-B71B-5EA7-E84F-2568AF0DD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C6984-3767-CD3C-86D7-D09422541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Frontend Bound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264A5B2-16C4-A368-E6BC-A7B3CC23D6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1" y="3592847"/>
            <a:ext cx="11522074" cy="3467005"/>
          </a:xfrm>
        </p:spPr>
        <p:txBody>
          <a:bodyPr/>
          <a:lstStyle/>
          <a:p>
            <a:r>
              <a:rPr lang="en-GB" altLang="en-US" dirty="0"/>
              <a:t>The frontend is the part of the CPU that fetches and decodes instructions</a:t>
            </a:r>
          </a:p>
          <a:p>
            <a:pPr lvl="1"/>
            <a:r>
              <a:rPr lang="en-GB" altLang="en-US" dirty="0"/>
              <a:t>It feeds the backend with a stream of micro-ops to execute</a:t>
            </a:r>
          </a:p>
          <a:p>
            <a:r>
              <a:rPr lang="en-GB" altLang="en-US" dirty="0"/>
              <a:t>Frontend Bound means the instruction supply is the bottleneck</a:t>
            </a:r>
          </a:p>
          <a:p>
            <a:r>
              <a:rPr lang="en-GB" altLang="en-US" dirty="0"/>
              <a:t>Common causes of frontend stalls:</a:t>
            </a:r>
          </a:p>
          <a:p>
            <a:pPr lvl="1"/>
            <a:r>
              <a:rPr lang="en-GB" altLang="en-US" dirty="0"/>
              <a:t>Instruction cache (I-cache) misses: code not in cache, must fetch from slower memory</a:t>
            </a:r>
          </a:p>
          <a:p>
            <a:pPr lvl="1"/>
            <a:r>
              <a:rPr lang="en-GB" altLang="en-US" dirty="0"/>
              <a:t>ITLB misses: virtual-to-physical address translation delays</a:t>
            </a:r>
          </a:p>
          <a:p>
            <a:pPr lvl="1"/>
            <a:r>
              <a:rPr lang="en-GB" altLang="en-US" dirty="0"/>
              <a:t>Complex or long instructions that take extra decode cycles</a:t>
            </a:r>
          </a:p>
          <a:p>
            <a:pPr lvl="1"/>
            <a:r>
              <a:rPr lang="en-GB" altLang="en-US" dirty="0"/>
              <a:t>Poor code layout causing frequent jumps across cache lines</a:t>
            </a:r>
          </a:p>
          <a:p>
            <a:endParaRPr lang="en-US" dirty="0"/>
          </a:p>
        </p:txBody>
      </p:sp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685F689E-B64D-6B4C-00E4-D94979553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552" y="1146560"/>
            <a:ext cx="9227410" cy="137564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5A12EE5-3574-1825-3C08-30CEF7384D43}"/>
              </a:ext>
            </a:extLst>
          </p:cNvPr>
          <p:cNvSpPr txBox="1">
            <a:spLocks/>
          </p:cNvSpPr>
          <p:nvPr/>
        </p:nvSpPr>
        <p:spPr>
          <a:xfrm>
            <a:off x="2601762" y="2643058"/>
            <a:ext cx="7468995" cy="33492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Front-end and Back-end division in an Arm “big” CPU</a:t>
            </a:r>
          </a:p>
        </p:txBody>
      </p:sp>
    </p:spTree>
    <p:extLst>
      <p:ext uri="{BB962C8B-B14F-4D97-AF65-F5344CB8AC3E}">
        <p14:creationId xmlns:p14="http://schemas.microsoft.com/office/powerpoint/2010/main" val="3739327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F1266-AAD0-8E4A-9132-AB43B718A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A504-DB9F-79DC-8673-98058DB38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Backend Bound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93FCAAD-7813-5F81-12AA-7C658766C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380921"/>
            <a:ext cx="5522141" cy="2860797"/>
          </a:xfrm>
        </p:spPr>
        <p:txBody>
          <a:bodyPr/>
          <a:lstStyle/>
          <a:p>
            <a:r>
              <a:rPr lang="en-GB" altLang="en-US" dirty="0"/>
              <a:t>The backend executes micro-ops and accesses data from memory</a:t>
            </a:r>
          </a:p>
          <a:p>
            <a:r>
              <a:rPr lang="en-GB" altLang="en-US" dirty="0"/>
              <a:t>Backend Bound splits into two sub-categories:</a:t>
            </a:r>
          </a:p>
          <a:p>
            <a:pPr lvl="1"/>
            <a:r>
              <a:rPr lang="en-GB" altLang="en-US" dirty="0"/>
              <a:t>Memory Bound: stalls caused by waiting for data from the memory hierarchy</a:t>
            </a:r>
          </a:p>
          <a:p>
            <a:pPr lvl="1"/>
            <a:r>
              <a:rPr lang="en-GB" altLang="en-US" dirty="0"/>
              <a:t>Core Bound: stalls caused by insufficient execution unit throughput</a:t>
            </a:r>
          </a:p>
          <a:p>
            <a:endParaRPr lang="en-US" dirty="0"/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AAFB76DF-7497-9A0D-4350-F2FB8D0935B2}"/>
              </a:ext>
            </a:extLst>
          </p:cNvPr>
          <p:cNvSpPr txBox="1">
            <a:spLocks/>
          </p:cNvSpPr>
          <p:nvPr/>
        </p:nvSpPr>
        <p:spPr>
          <a:xfrm>
            <a:off x="334962" y="4224847"/>
            <a:ext cx="8747253" cy="25044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Memory Bound is the most common backend bottleneck</a:t>
            </a:r>
          </a:p>
          <a:p>
            <a:pPr lvl="1"/>
            <a:r>
              <a:rPr lang="en-GB" altLang="en-US" dirty="0"/>
              <a:t>Data not in L1 cache forces the CPU to wait for L2, LLC, or DRAM</a:t>
            </a:r>
          </a:p>
          <a:p>
            <a:pPr lvl="1"/>
            <a:r>
              <a:rPr lang="en-GB" altLang="en-US" dirty="0"/>
              <a:t>Each level is progressively slower: L1 ~4 cycles, L2 ~12 cycles, DRAM ~100+ cycles</a:t>
            </a:r>
          </a:p>
          <a:p>
            <a:r>
              <a:rPr lang="en-GB" altLang="en-US" dirty="0"/>
              <a:t>Core Bound occurs when execution units are oversubscribed</a:t>
            </a:r>
          </a:p>
          <a:p>
            <a:pPr lvl="1"/>
            <a:r>
              <a:rPr lang="en-GB" altLang="en-US" dirty="0"/>
              <a:t>Too many instructions competing for the same functional unit</a:t>
            </a:r>
            <a:endParaRPr lang="en-US" altLang="en-US" dirty="0"/>
          </a:p>
          <a:p>
            <a:endParaRPr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5944DEE-9462-8D7D-F7AC-A8CD2B4724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36691252"/>
              </p:ext>
            </p:extLst>
          </p:nvPr>
        </p:nvGraphicFramePr>
        <p:xfrm>
          <a:off x="7315283" y="333375"/>
          <a:ext cx="4305081" cy="36155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42952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08BF0-6B1E-C506-55A3-685606E0E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7197F-125A-12A2-FFEA-4B790E531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Retiring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719BC6-D439-B6B8-CA5F-C0266BD54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095" y="1231162"/>
            <a:ext cx="5966903" cy="3695007"/>
          </a:xfrm>
        </p:spPr>
        <p:txBody>
          <a:bodyPr/>
          <a:lstStyle/>
          <a:p>
            <a:r>
              <a:rPr lang="en-GB" altLang="en-US" dirty="0"/>
              <a:t>Retiring represents slots where instructions completed successfully</a:t>
            </a:r>
          </a:p>
          <a:p>
            <a:pPr lvl="1"/>
            <a:r>
              <a:rPr lang="en-GB" altLang="en-US" dirty="0"/>
              <a:t>High Retiring is good, but you can improve the type of work being done.</a:t>
            </a:r>
          </a:p>
          <a:p>
            <a:r>
              <a:rPr lang="en-GB" altLang="en-US" dirty="0"/>
              <a:t>What type of instructions are retiring ? </a:t>
            </a:r>
          </a:p>
          <a:p>
            <a:pPr lvl="1"/>
            <a:r>
              <a:rPr lang="en-GB" altLang="en-US" dirty="0"/>
              <a:t>Integer operations (address calculations, loop counters)</a:t>
            </a:r>
          </a:p>
          <a:p>
            <a:pPr lvl="1"/>
            <a:r>
              <a:rPr lang="en-GB" altLang="en-US" dirty="0"/>
              <a:t>Scalar floating-point (one value at a time)</a:t>
            </a:r>
          </a:p>
          <a:p>
            <a:pPr lvl="1"/>
            <a:r>
              <a:rPr lang="en-GB" altLang="en-US" dirty="0"/>
              <a:t>SIMD / NEON (4 floats per instruction on Arm)</a:t>
            </a:r>
          </a:p>
          <a:p>
            <a:pPr lvl="1"/>
            <a:r>
              <a:rPr lang="en-GB" altLang="en-US" dirty="0"/>
              <a:t>SVE (up to 8 floats per instruction on Graviton3)</a:t>
            </a:r>
          </a:p>
          <a:p>
            <a:pPr lvl="1"/>
            <a:r>
              <a:rPr lang="en-GB" altLang="en-US" dirty="0"/>
              <a:t>Load and Store operations</a:t>
            </a:r>
          </a:p>
          <a:p>
            <a:endParaRPr lang="en-US" dirty="0"/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476C8F9E-FBDE-5070-5CAF-8884998F106E}"/>
              </a:ext>
            </a:extLst>
          </p:cNvPr>
          <p:cNvSpPr txBox="1">
            <a:spLocks/>
          </p:cNvSpPr>
          <p:nvPr/>
        </p:nvSpPr>
        <p:spPr>
          <a:xfrm>
            <a:off x="129095" y="4713431"/>
            <a:ext cx="6827757" cy="11656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High Retiring with 0% SIMD means the CPU is busy but potentially inefficient</a:t>
            </a:r>
          </a:p>
          <a:p>
            <a:pPr lvl="1"/>
            <a:r>
              <a:rPr lang="en-GB" altLang="en-US" dirty="0"/>
              <a:t>Each instruction processes only one element instead of a vector</a:t>
            </a:r>
            <a:endParaRPr lang="en-US" altLang="en-US" dirty="0"/>
          </a:p>
          <a:p>
            <a:endParaRPr lang="en-US" dirty="0"/>
          </a:p>
        </p:txBody>
      </p:sp>
      <p:pic>
        <p:nvPicPr>
          <p:cNvPr id="3" name="Picture 2">
            <a:hlinkClick r:id="rId2"/>
            <a:extLst>
              <a:ext uri="{FF2B5EF4-FFF2-40B4-BE49-F238E27FC236}">
                <a16:creationId xmlns:a16="http://schemas.microsoft.com/office/drawing/2014/main" id="{3FFBD862-71DC-37B6-4056-36CF423D3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3441" y="861060"/>
            <a:ext cx="4425245" cy="3695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252BBC7-3616-3AAA-9B73-632F4291F7F9}"/>
              </a:ext>
            </a:extLst>
          </p:cNvPr>
          <p:cNvSpPr txBox="1">
            <a:spLocks/>
          </p:cNvSpPr>
          <p:nvPr/>
        </p:nvSpPr>
        <p:spPr>
          <a:xfrm>
            <a:off x="7203441" y="4556067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Cortex-A72 Microarchitecture</a:t>
            </a:r>
          </a:p>
        </p:txBody>
      </p:sp>
    </p:spTree>
    <p:extLst>
      <p:ext uri="{BB962C8B-B14F-4D97-AF65-F5344CB8AC3E}">
        <p14:creationId xmlns:p14="http://schemas.microsoft.com/office/powerpoint/2010/main" val="3605395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026B7-0C38-F169-7BE7-F43AF8FF7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92355-F152-DF52-1495-4B0B45DD4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Bad Speculation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B1E75B8-4CA4-82F3-2B9F-DF1AEFFC5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5689" y="1247552"/>
            <a:ext cx="5258449" cy="2617379"/>
          </a:xfrm>
        </p:spPr>
        <p:txBody>
          <a:bodyPr/>
          <a:lstStyle/>
          <a:p>
            <a:r>
              <a:rPr lang="en-GB" altLang="en-US" dirty="0"/>
              <a:t>Bad Speculation counts slots wasted on instructions that were discarded</a:t>
            </a:r>
          </a:p>
          <a:p>
            <a:r>
              <a:rPr lang="en-GB" altLang="en-US" dirty="0"/>
              <a:t>The primary cause is branch misprediction:</a:t>
            </a:r>
          </a:p>
          <a:p>
            <a:pPr lvl="1"/>
            <a:r>
              <a:rPr lang="en-GB" altLang="en-US" dirty="0"/>
              <a:t>The CPU predicts which way a branch will go before knowing the answer</a:t>
            </a:r>
          </a:p>
          <a:p>
            <a:pPr lvl="1"/>
            <a:r>
              <a:rPr lang="en-GB" altLang="en-US" dirty="0"/>
              <a:t>If the prediction is wrong, all speculative work is thrown away</a:t>
            </a:r>
          </a:p>
          <a:p>
            <a:pPr lvl="1"/>
            <a:r>
              <a:rPr lang="en-GB" altLang="en-US" dirty="0"/>
              <a:t>The pipeline must be flushed</a:t>
            </a:r>
            <a:endParaRPr lang="en-US" dirty="0"/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C7E003C5-7B05-26F9-FCF6-CD11627441FA}"/>
              </a:ext>
            </a:extLst>
          </p:cNvPr>
          <p:cNvSpPr txBox="1">
            <a:spLocks/>
          </p:cNvSpPr>
          <p:nvPr/>
        </p:nvSpPr>
        <p:spPr>
          <a:xfrm>
            <a:off x="295689" y="3800413"/>
            <a:ext cx="5672625" cy="11656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Modern CPUs predict branches correctly over 95% of the time</a:t>
            </a:r>
          </a:p>
          <a:p>
            <a:pPr lvl="1"/>
            <a:r>
              <a:rPr lang="en-GB" altLang="en-US" dirty="0"/>
              <a:t>But in tight loops, even a small misprediction rate adds up</a:t>
            </a:r>
          </a:p>
          <a:p>
            <a:r>
              <a:rPr lang="en-GB" altLang="en-US" dirty="0"/>
              <a:t>Bad Speculation is usually a small fraction of total slots</a:t>
            </a:r>
          </a:p>
          <a:p>
            <a:pPr lvl="1"/>
            <a:r>
              <a:rPr lang="en-GB" altLang="en-US" dirty="0"/>
              <a:t>If it is large, look at branch-heavy code with unpredictable patterns</a:t>
            </a:r>
            <a:endParaRPr lang="en-US" alt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562726-7B7D-D8DC-12D5-90B3E4DE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7864" y="1955818"/>
            <a:ext cx="5074712" cy="2946363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7B5AA92-F120-357B-6170-BFD8CE423629}"/>
              </a:ext>
            </a:extLst>
          </p:cNvPr>
          <p:cNvSpPr txBox="1">
            <a:spLocks/>
          </p:cNvSpPr>
          <p:nvPr/>
        </p:nvSpPr>
        <p:spPr>
          <a:xfrm>
            <a:off x="6993496" y="4902181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/>
              <a:t>Difficult Speculative Execution</a:t>
            </a:r>
          </a:p>
        </p:txBody>
      </p:sp>
    </p:spTree>
    <p:extLst>
      <p:ext uri="{BB962C8B-B14F-4D97-AF65-F5344CB8AC3E}">
        <p14:creationId xmlns:p14="http://schemas.microsoft.com/office/powerpoint/2010/main" val="2044603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F99B6-8587-DC9E-4C40-4D25F7788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A6556-F727-CFFE-774F-1FD1AB870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Narrowing </a:t>
            </a:r>
            <a:r>
              <a:rPr lang="en-US" dirty="0" err="1"/>
              <a:t>Hierachy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BDB0EAD-BBB0-7707-A8FF-5F40AAA5B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091669"/>
            <a:ext cx="6556202" cy="5651208"/>
          </a:xfrm>
        </p:spPr>
        <p:txBody>
          <a:bodyPr/>
          <a:lstStyle/>
          <a:p>
            <a:r>
              <a:rPr lang="en-GB" altLang="en-US" sz="1800" dirty="0"/>
              <a:t>Top-down analysis works by progressively narrowing the diagnosis</a:t>
            </a:r>
          </a:p>
          <a:p>
            <a:r>
              <a:rPr lang="en-GB" altLang="en-US" sz="1800" dirty="0"/>
              <a:t>Level 1: Which of the four buckets dominates?</a:t>
            </a:r>
          </a:p>
          <a:p>
            <a:pPr lvl="1"/>
            <a:r>
              <a:rPr lang="en-GB" altLang="en-US" dirty="0"/>
              <a:t>Frontend Bound, Backend Bound, Retiring, or Bad Speculation</a:t>
            </a:r>
          </a:p>
          <a:p>
            <a:r>
              <a:rPr lang="en-GB" altLang="en-US" sz="1800" dirty="0"/>
              <a:t>Level 2: What is the sub-category within that bucket?</a:t>
            </a:r>
          </a:p>
          <a:p>
            <a:pPr lvl="1"/>
            <a:r>
              <a:rPr lang="en-GB" altLang="en-US" dirty="0"/>
              <a:t>Backend Bound narrows to Memory Bound or Core Bound</a:t>
            </a:r>
          </a:p>
          <a:p>
            <a:pPr lvl="1"/>
            <a:r>
              <a:rPr lang="en-GB" altLang="en-US" dirty="0"/>
              <a:t>Memory Bound narrows to L1, L2, LLC, or DRAM</a:t>
            </a:r>
          </a:p>
          <a:p>
            <a:pPr lvl="1"/>
            <a:r>
              <a:rPr lang="en-GB" altLang="en-US" dirty="0"/>
              <a:t>Retiring narrows to the instruction mix (scalar vs SIMD)</a:t>
            </a:r>
          </a:p>
          <a:p>
            <a:r>
              <a:rPr lang="en-GB" altLang="en-US" sz="1800" dirty="0"/>
              <a:t>Level 3: Connect the specific metric to the software</a:t>
            </a:r>
          </a:p>
          <a:p>
            <a:pPr lvl="1"/>
            <a:r>
              <a:rPr lang="en-GB" altLang="en-US" dirty="0"/>
              <a:t>High L1D miss rate with </a:t>
            </a:r>
            <a:r>
              <a:rPr lang="en-GB" altLang="en-US" dirty="0" err="1"/>
              <a:t>strided</a:t>
            </a:r>
            <a:r>
              <a:rPr lang="en-GB" altLang="en-US" dirty="0"/>
              <a:t> access pattern? Restructure data layout</a:t>
            </a:r>
          </a:p>
          <a:p>
            <a:pPr lvl="1"/>
            <a:r>
              <a:rPr lang="en-GB" altLang="en-US" dirty="0"/>
              <a:t>High Retiring but 0% SIMD? Vectorise the hot loop or enable compiler optimisations.</a:t>
            </a:r>
          </a:p>
          <a:p>
            <a:r>
              <a:rPr lang="en-GB" altLang="en-US" sz="1800" dirty="0"/>
              <a:t>Each level makes the diagnosis more precise and actionable</a:t>
            </a:r>
            <a:endParaRPr lang="en-US" alt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C4CBB2-064F-F64D-545F-EB19C69AF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2693" y="977224"/>
            <a:ext cx="5292342" cy="9006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5D465D-A6FE-07FD-0552-A46132C93F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4023" b="18809"/>
          <a:stretch>
            <a:fillRect/>
          </a:stretch>
        </p:blipFill>
        <p:spPr>
          <a:xfrm>
            <a:off x="6969166" y="3582894"/>
            <a:ext cx="5519396" cy="2288949"/>
          </a:xfrm>
          <a:prstGeom prst="rect">
            <a:avLst/>
          </a:prstGeom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5C51C2B2-FA1F-01C1-905D-7AB9C5350306}"/>
              </a:ext>
            </a:extLst>
          </p:cNvPr>
          <p:cNvSpPr/>
          <p:nvPr/>
        </p:nvSpPr>
        <p:spPr>
          <a:xfrm>
            <a:off x="8873066" y="2190385"/>
            <a:ext cx="451557" cy="1196177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597F66C-457D-5F67-0793-9BDDAE54F846}"/>
              </a:ext>
            </a:extLst>
          </p:cNvPr>
          <p:cNvSpPr txBox="1">
            <a:spLocks/>
          </p:cNvSpPr>
          <p:nvPr/>
        </p:nvSpPr>
        <p:spPr>
          <a:xfrm>
            <a:off x="8873066" y="2386717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 lnSpcReduction="10000"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6">
                  <a:extLs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Backend-bound Analysis</a:t>
            </a:r>
          </a:p>
        </p:txBody>
      </p:sp>
    </p:spTree>
    <p:extLst>
      <p:ext uri="{BB962C8B-B14F-4D97-AF65-F5344CB8AC3E}">
        <p14:creationId xmlns:p14="http://schemas.microsoft.com/office/powerpoint/2010/main" val="3840920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80D7B-B050-F115-9472-15B3EA21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6C68C97-D888-C62F-9228-421E7C287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</a:t>
            </a:r>
            <a:r>
              <a:rPr lang="en-US" dirty="0" err="1"/>
              <a:t>Hierachy</a:t>
            </a:r>
            <a:r>
              <a:rPr lang="en-US" dirty="0"/>
              <a:t> and Caches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98D78E44-6EB4-4D8A-C24E-08C2BF44DE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How data movement dominates modern CPU Performance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9AC928A-D965-1A75-D01A-0198103E60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F28E6B-A732-8DAF-7D9C-FA4AB27E5D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323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809C5-D9A6-02AB-E842-B032773A2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AEB0-A92A-1408-8CCB-6FE5B7A12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Memory </a:t>
            </a:r>
            <a:r>
              <a:rPr lang="en-US" dirty="0" err="1"/>
              <a:t>Hierachy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F04937D-A2CA-4EDF-80E9-B6988F5285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769" y="1208565"/>
            <a:ext cx="5742754" cy="4428233"/>
          </a:xfrm>
        </p:spPr>
        <p:txBody>
          <a:bodyPr/>
          <a:lstStyle/>
          <a:p>
            <a:r>
              <a:rPr lang="en-GB" altLang="en-US" dirty="0"/>
              <a:t>CPUs access data through a hierarchy of progressively larger, slower storage</a:t>
            </a:r>
          </a:p>
          <a:p>
            <a:pPr lvl="1"/>
            <a:r>
              <a:rPr lang="en-GB" altLang="en-US" dirty="0"/>
              <a:t>Registers: fastest storage, inside the CPU core</a:t>
            </a:r>
          </a:p>
          <a:p>
            <a:pPr lvl="2"/>
            <a:r>
              <a:rPr lang="en-GB" altLang="en-US" dirty="0"/>
              <a:t>Access time: ~1 cycle, size: a few KB</a:t>
            </a:r>
          </a:p>
          <a:p>
            <a:pPr lvl="1"/>
            <a:r>
              <a:rPr lang="en-GB" altLang="en-US" dirty="0"/>
              <a:t>L1 Cache: small and fast, closest cache to the core</a:t>
            </a:r>
          </a:p>
          <a:p>
            <a:pPr lvl="2"/>
            <a:r>
              <a:rPr lang="en-GB" altLang="en-US" dirty="0"/>
              <a:t>Access time: ~4 cycles, size: 32-64 KB per core</a:t>
            </a:r>
          </a:p>
          <a:p>
            <a:pPr lvl="1"/>
            <a:r>
              <a:rPr lang="en-GB" altLang="en-US" dirty="0"/>
              <a:t>L2 Cache: larger, shared or per-core depending on design</a:t>
            </a:r>
          </a:p>
          <a:p>
            <a:pPr lvl="2"/>
            <a:r>
              <a:rPr lang="en-GB" altLang="en-US" dirty="0"/>
              <a:t>Access time: ~12 cycles, size: 256 KB - 1 MB per core</a:t>
            </a:r>
          </a:p>
          <a:p>
            <a:pPr lvl="1"/>
            <a:r>
              <a:rPr lang="en-GB" altLang="en-US" dirty="0"/>
              <a:t>Last-Level Cache (LLC / L3): shared across cores</a:t>
            </a:r>
          </a:p>
          <a:p>
            <a:pPr lvl="2"/>
            <a:r>
              <a:rPr lang="en-GB" altLang="en-US" dirty="0"/>
              <a:t>Access time: ~40 cycles, size: 32-64 MB</a:t>
            </a:r>
          </a:p>
          <a:p>
            <a:pPr lvl="1"/>
            <a:r>
              <a:rPr lang="en-GB" altLang="en-US" dirty="0"/>
              <a:t>DRAM (Main Memory): large but slow</a:t>
            </a:r>
          </a:p>
          <a:p>
            <a:pPr lvl="2"/>
            <a:r>
              <a:rPr lang="en-GB" altLang="en-US" dirty="0"/>
              <a:t>Access time: ~100+ cycles, size: GBs</a:t>
            </a:r>
          </a:p>
          <a:p>
            <a:r>
              <a:rPr lang="en-GB" altLang="en-US" dirty="0"/>
              <a:t>Performance depends on keeping frequently used data close to the core</a:t>
            </a:r>
            <a:endParaRPr lang="en-US" altLang="en-US" dirty="0"/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5103DFE8-8551-A830-9539-F8957B486E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7439788"/>
              </p:ext>
            </p:extLst>
          </p:nvPr>
        </p:nvGraphicFramePr>
        <p:xfrm>
          <a:off x="7074118" y="1589045"/>
          <a:ext cx="3785793" cy="34049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Down Arrow 4">
            <a:extLst>
              <a:ext uri="{FF2B5EF4-FFF2-40B4-BE49-F238E27FC236}">
                <a16:creationId xmlns:a16="http://schemas.microsoft.com/office/drawing/2014/main" id="{B0A2FD56-8E39-4273-9FC7-A9A64F125A36}"/>
              </a:ext>
            </a:extLst>
          </p:cNvPr>
          <p:cNvSpPr/>
          <p:nvPr/>
        </p:nvSpPr>
        <p:spPr>
          <a:xfrm>
            <a:off x="10976436" y="1851377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6B4EA38C-7C30-74AB-FAA9-B44D158B6425}"/>
              </a:ext>
            </a:extLst>
          </p:cNvPr>
          <p:cNvSpPr/>
          <p:nvPr/>
        </p:nvSpPr>
        <p:spPr>
          <a:xfrm rot="10800000">
            <a:off x="6618926" y="1851377"/>
            <a:ext cx="225778" cy="3142611"/>
          </a:xfrm>
          <a:prstGeom prst="down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07A94E6-79C6-23CE-321C-F5B961DBD02D}"/>
              </a:ext>
            </a:extLst>
          </p:cNvPr>
          <p:cNvSpPr txBox="1">
            <a:spLocks/>
          </p:cNvSpPr>
          <p:nvPr/>
        </p:nvSpPr>
        <p:spPr>
          <a:xfrm>
            <a:off x="5871851" y="1861185"/>
            <a:ext cx="242711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Faster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1164019-926A-4101-B38F-B2DE782B7C37}"/>
              </a:ext>
            </a:extLst>
          </p:cNvPr>
          <p:cNvSpPr txBox="1">
            <a:spLocks/>
          </p:cNvSpPr>
          <p:nvPr/>
        </p:nvSpPr>
        <p:spPr>
          <a:xfrm>
            <a:off x="10193867" y="4553590"/>
            <a:ext cx="2314222" cy="5922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 algn="ctr">
              <a:buNone/>
            </a:pPr>
            <a:r>
              <a:rPr lang="en-GB" altLang="en-US" dirty="0"/>
              <a:t>Larger</a:t>
            </a:r>
          </a:p>
        </p:txBody>
      </p:sp>
    </p:spTree>
    <p:extLst>
      <p:ext uri="{BB962C8B-B14F-4D97-AF65-F5344CB8AC3E}">
        <p14:creationId xmlns:p14="http://schemas.microsoft.com/office/powerpoint/2010/main" val="2223002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90C90-24BD-3311-8C80-58AC354AB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8B87F-D3FF-2979-E7DB-1139AFFA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Cache Lines and Spatial Locality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53C8877-8FE3-FFA6-9976-C17B55B99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516" y="1248695"/>
            <a:ext cx="6233565" cy="2816678"/>
          </a:xfrm>
        </p:spPr>
        <p:txBody>
          <a:bodyPr/>
          <a:lstStyle/>
          <a:p>
            <a:r>
              <a:rPr lang="en-GB" altLang="en-US" dirty="0"/>
              <a:t>The cache does not move individual bytes -- it moves cache lines</a:t>
            </a:r>
          </a:p>
          <a:p>
            <a:r>
              <a:rPr lang="en-GB" altLang="en-US" dirty="0"/>
              <a:t>Spatial locality: if you access one byte, the whole 64-byte line is loaded</a:t>
            </a:r>
          </a:p>
          <a:p>
            <a:pPr lvl="1"/>
            <a:r>
              <a:rPr lang="en-GB" altLang="en-US" dirty="0"/>
              <a:t>Accessing neighbouring data is effectively free once the line is in cache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EA699164-18CE-B88E-EDE5-51EB33023C79}"/>
              </a:ext>
            </a:extLst>
          </p:cNvPr>
          <p:cNvSpPr txBox="1">
            <a:spLocks/>
          </p:cNvSpPr>
          <p:nvPr/>
        </p:nvSpPr>
        <p:spPr>
          <a:xfrm>
            <a:off x="315516" y="4065373"/>
            <a:ext cx="12192573" cy="17868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Temporal locality: data accessed recently is likely still in cache</a:t>
            </a:r>
          </a:p>
          <a:p>
            <a:pPr lvl="1"/>
            <a:r>
              <a:rPr lang="en-GB" altLang="en-US" dirty="0"/>
              <a:t>Reusing data before it gets evicted avoids expensive </a:t>
            </a:r>
            <a:r>
              <a:rPr lang="en-GB" altLang="en-US" dirty="0" err="1"/>
              <a:t>refetches</a:t>
            </a:r>
            <a:endParaRPr lang="en-GB" altLang="en-US" dirty="0"/>
          </a:p>
          <a:p>
            <a:r>
              <a:rPr lang="en-GB" altLang="en-US" dirty="0" err="1"/>
              <a:t>Strided</a:t>
            </a:r>
            <a:r>
              <a:rPr lang="en-GB" altLang="en-US" dirty="0"/>
              <a:t> access patterns defeat spatial locality:</a:t>
            </a:r>
          </a:p>
          <a:p>
            <a:pPr lvl="1"/>
            <a:r>
              <a:rPr lang="en-GB" altLang="en-US" dirty="0"/>
              <a:t>Jumping by N elements per iteration wastes most of each loaded cache line</a:t>
            </a:r>
          </a:p>
          <a:p>
            <a:pPr lvl="1"/>
            <a:r>
              <a:rPr lang="en-GB" altLang="en-US" dirty="0"/>
              <a:t>Only a fraction of each line is used before it is evicted = inefficient</a:t>
            </a:r>
          </a:p>
          <a:p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45D85E-F10E-DB1A-034E-50C53B60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285311"/>
            <a:ext cx="5286887" cy="3517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338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38139-93F4-D0D9-0FA1-4AC72836F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3BAE3-4693-312F-F756-B9B0BE65A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Measuring Cache Performance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66FDD4C-4272-1726-80A4-D208F24D9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214883"/>
            <a:ext cx="6073995" cy="4428233"/>
          </a:xfrm>
        </p:spPr>
        <p:txBody>
          <a:bodyPr/>
          <a:lstStyle/>
          <a:p>
            <a:r>
              <a:rPr lang="en-GB" altLang="en-US" dirty="0"/>
              <a:t>MPKI: Misses Per Kilo-Instruction</a:t>
            </a:r>
          </a:p>
          <a:p>
            <a:pPr lvl="1"/>
            <a:r>
              <a:rPr lang="en-GB" altLang="en-US" dirty="0"/>
              <a:t>How many cache misses occur per 1,000 instructions executed</a:t>
            </a:r>
          </a:p>
          <a:p>
            <a:pPr lvl="1"/>
            <a:r>
              <a:rPr lang="en-GB" altLang="en-US" dirty="0"/>
              <a:t>Measured at each level: L1D MPKI, L2 MPKI, LLC MPKI</a:t>
            </a:r>
          </a:p>
          <a:p>
            <a:r>
              <a:rPr lang="en-GB" altLang="en-US" dirty="0"/>
              <a:t>Miss Ratio: the fraction of accesses that miss at a given cache level</a:t>
            </a:r>
          </a:p>
          <a:p>
            <a:pPr lvl="1"/>
            <a:r>
              <a:rPr lang="en-GB" altLang="en-US" dirty="0"/>
              <a:t>L1D miss ratio of 50% means half of all data accesses miss in L1</a:t>
            </a:r>
          </a:p>
          <a:p>
            <a:r>
              <a:rPr lang="en-GB" altLang="en-US" dirty="0"/>
              <a:t>Average Load Latency: how long loads take on average</a:t>
            </a:r>
          </a:p>
          <a:p>
            <a:pPr lvl="1"/>
            <a:r>
              <a:rPr lang="en-GB" altLang="en-US" dirty="0"/>
              <a:t>Includes hits and misses -- high values indicate poor cache behaviour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A77271-C9E4-B032-A7E1-57961E1204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76" b="18809"/>
          <a:stretch>
            <a:fillRect/>
          </a:stretch>
        </p:blipFill>
        <p:spPr>
          <a:xfrm>
            <a:off x="7550438" y="861060"/>
            <a:ext cx="3307644" cy="27911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846621-C2A5-B68B-1BB6-6B05ED2CAB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910" y="4044462"/>
            <a:ext cx="17907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2105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BAE0-5BC9-7029-BD03-3CAB2E267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C79-E27F-32F3-B3A4-2EDFF7D0B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Cache Line </a:t>
            </a:r>
            <a:r>
              <a:rPr lang="en-US" dirty="0" err="1"/>
              <a:t>Utilisation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B7633D-752D-56A1-C91F-93D2584CA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206449"/>
            <a:ext cx="6073995" cy="3414979"/>
          </a:xfrm>
        </p:spPr>
        <p:txBody>
          <a:bodyPr/>
          <a:lstStyle/>
          <a:p>
            <a:r>
              <a:rPr lang="en-GB" altLang="en-US" dirty="0"/>
              <a:t>Cache line utilisation = bytes actually used / bytes loaded</a:t>
            </a:r>
          </a:p>
          <a:p>
            <a:pPr lvl="1"/>
            <a:r>
              <a:rPr lang="en-GB" altLang="en-US" dirty="0"/>
              <a:t>100% means every byte in the loaded line contributes to the computation</a:t>
            </a:r>
          </a:p>
          <a:p>
            <a:r>
              <a:rPr lang="en-GB" altLang="en-US" dirty="0"/>
              <a:t>Low utilisation wastes memory bandwidth and cache capacity</a:t>
            </a:r>
          </a:p>
          <a:p>
            <a:pPr lvl="1"/>
            <a:r>
              <a:rPr lang="en-GB" altLang="en-US" dirty="0"/>
              <a:t>Unused bytes displace useful data from the cache</a:t>
            </a:r>
          </a:p>
          <a:p>
            <a:pPr lvl="1"/>
            <a:r>
              <a:rPr lang="en-GB" altLang="en-US" dirty="0"/>
              <a:t>The hardware prefetcher works harder for no additional benefit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015A56-1773-8E1C-D8FC-7ECC96987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13" y="396522"/>
            <a:ext cx="5286887" cy="3517966"/>
          </a:xfrm>
          <a:prstGeom prst="rect">
            <a:avLst/>
          </a:prstGeom>
        </p:spPr>
      </p:pic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E4C6F672-9FA8-088B-5642-2B79D47F3766}"/>
              </a:ext>
            </a:extLst>
          </p:cNvPr>
          <p:cNvSpPr txBox="1">
            <a:spLocks/>
          </p:cNvSpPr>
          <p:nvPr/>
        </p:nvSpPr>
        <p:spPr>
          <a:xfrm>
            <a:off x="334962" y="4189469"/>
            <a:ext cx="9200254" cy="155469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E2FF1"/>
              </a:buClr>
              <a:buSzPct val="8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altLang="en-US" dirty="0"/>
              <a:t>Strategies to improve cache line utilisation:</a:t>
            </a:r>
          </a:p>
          <a:p>
            <a:pPr lvl="1"/>
            <a:r>
              <a:rPr lang="en-GB" altLang="en-US" dirty="0"/>
              <a:t>Restructure data layout (</a:t>
            </a:r>
            <a:r>
              <a:rPr lang="en-GB" altLang="en-US" dirty="0" err="1"/>
              <a:t>AoS</a:t>
            </a:r>
            <a:r>
              <a:rPr lang="en-GB" altLang="en-US" dirty="0"/>
              <a:t> to </a:t>
            </a:r>
            <a:r>
              <a:rPr lang="en-GB" altLang="en-US" dirty="0" err="1"/>
              <a:t>SoA</a:t>
            </a:r>
            <a:r>
              <a:rPr lang="en-GB" altLang="en-US" dirty="0"/>
              <a:t>) to separate hot and cold fields</a:t>
            </a:r>
          </a:p>
          <a:p>
            <a:pPr lvl="1"/>
            <a:r>
              <a:rPr lang="en-GB" altLang="en-US" dirty="0"/>
              <a:t>Tile loops so the working set fits in L1 or L2 cache</a:t>
            </a:r>
          </a:p>
          <a:p>
            <a:pPr lvl="1"/>
            <a:r>
              <a:rPr lang="en-GB" altLang="en-US" dirty="0"/>
              <a:t>Reorder loop nests to access data sequentially</a:t>
            </a:r>
          </a:p>
          <a:p>
            <a:pPr lvl="1"/>
            <a:r>
              <a:rPr lang="en-GB" altLang="en-US" dirty="0"/>
              <a:t>…</a:t>
            </a:r>
          </a:p>
          <a:p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3051486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0772-4810-0904-A653-23F02C9F9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30338-1ACC-8230-E207-F6EB4B257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Cache Line </a:t>
            </a:r>
            <a:r>
              <a:rPr lang="en-US" dirty="0" err="1"/>
              <a:t>Utilisation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0AC99ED-C673-7D7D-9613-BAFC09649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206449"/>
            <a:ext cx="6271703" cy="4848362"/>
          </a:xfrm>
        </p:spPr>
        <p:txBody>
          <a:bodyPr/>
          <a:lstStyle/>
          <a:p>
            <a:r>
              <a:rPr lang="en-GB" altLang="en-US" dirty="0"/>
              <a:t>Some, data layouts are more cache friendly than others</a:t>
            </a:r>
          </a:p>
          <a:p>
            <a:r>
              <a:rPr lang="en-GB" altLang="en-US" dirty="0"/>
              <a:t>Array of Structures (</a:t>
            </a:r>
            <a:r>
              <a:rPr lang="en-GB" altLang="en-US" dirty="0" err="1"/>
              <a:t>AoS</a:t>
            </a:r>
            <a:r>
              <a:rPr lang="en-GB" altLang="en-US" dirty="0"/>
              <a:t>): one struct per element, all fields together</a:t>
            </a:r>
          </a:p>
          <a:p>
            <a:pPr lvl="1"/>
            <a:r>
              <a:rPr lang="en-GB" altLang="en-US" dirty="0"/>
              <a:t>struct Particle { float x, y, z, </a:t>
            </a:r>
            <a:r>
              <a:rPr lang="en-GB" altLang="en-US" dirty="0" err="1"/>
              <a:t>vx</a:t>
            </a:r>
            <a:r>
              <a:rPr lang="en-GB" altLang="en-US" dirty="0"/>
              <a:t>, </a:t>
            </a:r>
            <a:r>
              <a:rPr lang="en-GB" altLang="en-US" dirty="0" err="1"/>
              <a:t>vy</a:t>
            </a:r>
            <a:r>
              <a:rPr lang="en-GB" altLang="en-US" dirty="0"/>
              <a:t>, </a:t>
            </a:r>
            <a:r>
              <a:rPr lang="en-GB" altLang="en-US" dirty="0" err="1"/>
              <a:t>vz</a:t>
            </a:r>
            <a:r>
              <a:rPr lang="en-GB" altLang="en-US" dirty="0"/>
              <a:t>, mass, ... };</a:t>
            </a:r>
          </a:p>
          <a:p>
            <a:pPr lvl="1"/>
            <a:r>
              <a:rPr lang="en-GB" altLang="en-US" dirty="0"/>
              <a:t>Each struct may fill an entire cache line (64 bytes)</a:t>
            </a:r>
          </a:p>
          <a:p>
            <a:r>
              <a:rPr lang="en-GB" altLang="en-US" dirty="0"/>
              <a:t>Problem: if the hot loop only uses a few fields, most of each line is wasted</a:t>
            </a:r>
          </a:p>
          <a:p>
            <a:pPr lvl="1"/>
            <a:r>
              <a:rPr lang="en-GB" altLang="en-US" dirty="0"/>
              <a:t>Using 24 bytes out of 64 = 37.5% cache line utilisation</a:t>
            </a:r>
          </a:p>
          <a:p>
            <a:r>
              <a:rPr lang="en-GB" altLang="en-US" dirty="0"/>
              <a:t>Structure of Arrays (</a:t>
            </a:r>
            <a:r>
              <a:rPr lang="en-GB" altLang="en-US" dirty="0" err="1"/>
              <a:t>SoA</a:t>
            </a:r>
            <a:r>
              <a:rPr lang="en-GB" altLang="en-US" dirty="0"/>
              <a:t>): one array per field, all values contiguous</a:t>
            </a:r>
          </a:p>
          <a:p>
            <a:pPr lvl="1"/>
            <a:r>
              <a:rPr lang="en-GB" altLang="en-US" dirty="0"/>
              <a:t>float x[N]; float y[N]; float z[N]; float </a:t>
            </a:r>
            <a:r>
              <a:rPr lang="en-GB" altLang="en-US" dirty="0" err="1"/>
              <a:t>vx</a:t>
            </a:r>
            <a:r>
              <a:rPr lang="en-GB" altLang="en-US" dirty="0"/>
              <a:t>[N]; ...</a:t>
            </a:r>
          </a:p>
          <a:p>
            <a:pPr lvl="1"/>
            <a:r>
              <a:rPr lang="en-GB" altLang="en-US" dirty="0"/>
              <a:t>Every byte in each cache line is useful data for the hot loop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37A4B4-BCD7-F7E6-D5C6-7DB540A02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8444" y="1325100"/>
            <a:ext cx="4789311" cy="3696539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AB104AB-3BAA-8481-E656-C36956DF98F5}"/>
              </a:ext>
            </a:extLst>
          </p:cNvPr>
          <p:cNvSpPr txBox="1">
            <a:spLocks/>
          </p:cNvSpPr>
          <p:nvPr/>
        </p:nvSpPr>
        <p:spPr>
          <a:xfrm>
            <a:off x="8099806" y="5213678"/>
            <a:ext cx="4521491" cy="6547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342900" indent="-342900" algn="l" rtl="0" eaLnBrk="1" fontAlgn="base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FontTx/>
              <a:buBlip>
                <a:blip r:embed="rId3">
                  <a:extLs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</a:buBlip>
              <a:defRPr sz="2400" kern="1200">
                <a:solidFill>
                  <a:schemeClr val="tx2"/>
                </a:solidFill>
                <a:latin typeface="+mn-lt"/>
                <a:ea typeface="ＭＳ Ｐゴシック" charset="0"/>
                <a:cs typeface="ＭＳ Ｐゴシック" charset="0"/>
              </a:defRPr>
            </a:lvl1pPr>
            <a:lvl2pPr marL="67278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2pPr>
            <a:lvl3pPr marL="947103" indent="-16668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3pPr>
            <a:lvl4pPr marL="1293178" indent="-173038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4pPr>
            <a:lvl5pPr marL="1518603" indent="-168275" algn="l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2"/>
                </a:solidFill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06095" lvl="1" indent="0">
              <a:buNone/>
            </a:pPr>
            <a:r>
              <a:rPr lang="en-GB" altLang="en-US" dirty="0" err="1"/>
              <a:t>AoS</a:t>
            </a:r>
            <a:r>
              <a:rPr lang="en-GB" altLang="en-US" dirty="0"/>
              <a:t> vs </a:t>
            </a:r>
            <a:r>
              <a:rPr lang="en-GB" altLang="en-US" dirty="0" err="1"/>
              <a:t>SoA</a:t>
            </a:r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3264804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8AB01-F523-7DC3-FA2E-52EAE409C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B08B38-7008-75B7-0F28-0E962A0CC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Efficiency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8BBA7BE-E555-0F0C-D0E2-63D2E62509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Getting more work done per instruction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680C9E1-BFCD-C90E-73B4-C86596C5CB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EA5CD5-7001-AA7C-1DD7-C3F33435355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516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48B29-E3F9-0279-A18B-DF170AB28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A7B9A-4718-2A08-753F-C0108DD00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Scalar vs Vector (SIMD) Execution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68BD81-1630-9FF4-D6D3-2C834DFFC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2" y="1132308"/>
            <a:ext cx="5184308" cy="4848362"/>
          </a:xfrm>
        </p:spPr>
        <p:txBody>
          <a:bodyPr/>
          <a:lstStyle/>
          <a:p>
            <a:r>
              <a:rPr lang="en-GB" altLang="en-US" dirty="0"/>
              <a:t>Scalar: each instruction processes one data element</a:t>
            </a:r>
          </a:p>
          <a:p>
            <a:pPr lvl="1"/>
            <a:r>
              <a:rPr lang="en-GB" altLang="en-US" dirty="0"/>
              <a:t>One float multiply-add per cycle per instruction</a:t>
            </a:r>
          </a:p>
          <a:p>
            <a:r>
              <a:rPr lang="en-GB" altLang="en-US" dirty="0"/>
              <a:t>SIMD (Single Instruction, Multiple Data): one instruction processes multiple elements</a:t>
            </a:r>
          </a:p>
          <a:p>
            <a:pPr lvl="1"/>
            <a:r>
              <a:rPr lang="en-GB" altLang="en-US" dirty="0"/>
              <a:t>NEON (Arm): 128-bit registers, processes 4 floats simultaneously</a:t>
            </a:r>
          </a:p>
          <a:p>
            <a:pPr lvl="1"/>
            <a:r>
              <a:rPr lang="en-GB" altLang="en-US" dirty="0"/>
              <a:t>SVE (Arm Graviton3): 256-bit registers, processes 8 floats simultaneously</a:t>
            </a:r>
          </a:p>
          <a:p>
            <a:r>
              <a:rPr lang="en-GB" altLang="en-US" dirty="0"/>
              <a:t>A scalar loop leaves the vector units completely idle</a:t>
            </a:r>
          </a:p>
          <a:p>
            <a:pPr lvl="1"/>
            <a:r>
              <a:rPr lang="en-GB" altLang="en-US" dirty="0"/>
              <a:t>The CPU has hardware capacity that is simply not being used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8A7BA3-6BA0-1D92-3FDE-805290C3B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656" y="1453585"/>
            <a:ext cx="5482901" cy="3489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400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595EA-95CC-8706-15AE-BED180CDC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8C6A4-0CD2-7673-1F2D-B08FB3056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Instruction Mix Analysis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B24CE9-2950-608F-140F-0C7CA9EBB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273" y="1004819"/>
            <a:ext cx="5859813" cy="4848362"/>
          </a:xfrm>
        </p:spPr>
        <p:txBody>
          <a:bodyPr/>
          <a:lstStyle/>
          <a:p>
            <a:r>
              <a:rPr lang="en-GB" altLang="en-US" dirty="0"/>
              <a:t>The Instruction Mix counts every retired instruction by type</a:t>
            </a:r>
          </a:p>
          <a:p>
            <a:pPr lvl="1"/>
            <a:r>
              <a:rPr lang="en-GB" altLang="en-US" dirty="0"/>
              <a:t>Integer, Scalar FP, NEON, SVE, Load/Store, Branch</a:t>
            </a:r>
          </a:p>
          <a:p>
            <a:r>
              <a:rPr lang="en-GB" altLang="en-US" dirty="0"/>
              <a:t>For compute-heavy code, the Scalar FP vs SVE balance is key</a:t>
            </a:r>
          </a:p>
          <a:p>
            <a:pPr lvl="1"/>
            <a:r>
              <a:rPr lang="en-GB" altLang="en-US" dirty="0"/>
              <a:t>High Scalar FP + zero SVE = vector hardware is idle</a:t>
            </a:r>
          </a:p>
          <a:p>
            <a:r>
              <a:rPr lang="en-GB" altLang="en-US" dirty="0"/>
              <a:t>Integer and Load dominance indicates overhead</a:t>
            </a:r>
          </a:p>
          <a:p>
            <a:pPr lvl="1"/>
            <a:r>
              <a:rPr lang="en-GB" altLang="en-US" dirty="0"/>
              <a:t>Address calculations, loop counters, and scalar loads per element</a:t>
            </a:r>
          </a:p>
          <a:p>
            <a:pPr lvl="1"/>
            <a:r>
              <a:rPr lang="en-GB" altLang="en-US" dirty="0"/>
              <a:t>Vectorised code amortises this overhead across a vector width</a:t>
            </a:r>
          </a:p>
          <a:p>
            <a:r>
              <a:rPr lang="en-GB" altLang="en-US" dirty="0"/>
              <a:t>Always check instruction mix after applying a vectorisation fix</a:t>
            </a:r>
            <a:endParaRPr lang="en-US" altLang="en-US" dirty="0"/>
          </a:p>
          <a:p>
            <a:endParaRPr lang="en-GB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17F5AF-C11C-75F2-F8E2-554DDA0F3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5745" y="0"/>
            <a:ext cx="26934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901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1C96E-6548-3BE1-90E8-C4754F37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417D2F5-29C3-0321-5BDA-F8EE119F0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Optimisation</a:t>
            </a:r>
            <a:r>
              <a:rPr lang="en-US" dirty="0"/>
              <a:t> Workflow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E364CFB4-0628-68CF-5B2F-4A7122B2C9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repeatable process for performance engineering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88857C8-DE84-3B0D-8CF8-7389678E43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A448FA-2914-9DE6-BDF5-84B7450AF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199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D1CCD-5220-9742-58F1-A29F0A00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377CC47-E127-40C7-652C-C597AA147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Profile, Diagnose, Fix, Re-profile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C351A60D-EF00-A2D6-3AB9-356D8B02AC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0642053"/>
              </p:ext>
            </p:extLst>
          </p:nvPr>
        </p:nvGraphicFramePr>
        <p:xfrm>
          <a:off x="334963" y="952500"/>
          <a:ext cx="11522075" cy="52117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57081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9F948-AB65-2A53-8FD8-998A48202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A0993-ABD0-80F1-A8AC-5EA0F73F1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97" y="176393"/>
            <a:ext cx="11522073" cy="527685"/>
          </a:xfrm>
        </p:spPr>
        <p:txBody>
          <a:bodyPr>
            <a:normAutofit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00DFD0C-1FE2-709E-221D-B44666EDC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097" y="924500"/>
            <a:ext cx="9138470" cy="5009000"/>
          </a:xfrm>
        </p:spPr>
        <p:txBody>
          <a:bodyPr/>
          <a:lstStyle/>
          <a:p>
            <a:r>
              <a:rPr lang="en-GB" altLang="en-US" dirty="0"/>
              <a:t>Performance engineering is measurement-driven, not guesswork</a:t>
            </a:r>
          </a:p>
          <a:p>
            <a:pPr lvl="1"/>
            <a:r>
              <a:rPr lang="en-GB" altLang="en-US" dirty="0"/>
              <a:t>Always profile before optimising -- fix the real bottleneck, not the assumed one</a:t>
            </a:r>
          </a:p>
          <a:p>
            <a:pPr marL="506095" lvl="1" indent="0">
              <a:buNone/>
            </a:pPr>
            <a:endParaRPr lang="en-GB" altLang="en-US" dirty="0"/>
          </a:p>
          <a:p>
            <a:r>
              <a:rPr lang="en-GB" altLang="en-US" dirty="0"/>
              <a:t>The Microarchitectural Analysis classifies every CPU slot into four buckets</a:t>
            </a:r>
          </a:p>
          <a:p>
            <a:pPr lvl="1"/>
            <a:r>
              <a:rPr lang="en-GB" altLang="en-US" dirty="0"/>
              <a:t>Frontend Bound, Backend Bound, Retiring, Bad Speculation</a:t>
            </a:r>
          </a:p>
          <a:p>
            <a:pPr lvl="1"/>
            <a:endParaRPr lang="en-GB" altLang="en-US" dirty="0"/>
          </a:p>
          <a:p>
            <a:r>
              <a:rPr lang="en-GB" altLang="en-US" dirty="0"/>
              <a:t>Memory hierarchy behaviour dominates most workload performance</a:t>
            </a:r>
          </a:p>
          <a:p>
            <a:pPr lvl="1"/>
            <a:r>
              <a:rPr lang="en-GB" altLang="en-US" dirty="0"/>
              <a:t>Cache misses, data layout, and working set size are critical</a:t>
            </a:r>
          </a:p>
          <a:p>
            <a:pPr marL="506095" lvl="1" indent="0">
              <a:buNone/>
            </a:pPr>
            <a:endParaRPr lang="en-GB" altLang="en-US" dirty="0"/>
          </a:p>
          <a:p>
            <a:r>
              <a:rPr lang="en-GB" altLang="en-US" dirty="0"/>
              <a:t>Instruction mix reveals whether vector hardware is being utilised</a:t>
            </a:r>
          </a:p>
          <a:p>
            <a:pPr lvl="1"/>
            <a:r>
              <a:rPr lang="en-GB" altLang="en-US" dirty="0"/>
              <a:t>Scalar code on SIMD-capable hardware leaves performance on the table</a:t>
            </a:r>
          </a:p>
          <a:p>
            <a:pPr marL="506095" lvl="1" indent="0">
              <a:buNone/>
            </a:pPr>
            <a:endParaRPr lang="en-GB" altLang="en-US" dirty="0"/>
          </a:p>
          <a:p>
            <a:r>
              <a:rPr lang="en-GB" altLang="en-US" dirty="0"/>
              <a:t>The optimisation loop: Profile, Diagnose, Fix, Re-profile</a:t>
            </a:r>
          </a:p>
          <a:p>
            <a:pPr lvl="1"/>
            <a:r>
              <a:rPr lang="en-GB" altLang="en-US" dirty="0"/>
              <a:t>Each iteration reveals the next bottleneck -- repeat until satisfied</a:t>
            </a:r>
          </a:p>
          <a:p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2235425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E7077F27-57FF-E719-2A07-CB200B9F7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5EDDF09E-AFB6-ACD3-2A06-8FB64D4665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398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5D1D0D7-E11C-C87E-59E6-33506E83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4C64960-CE24-C325-8CC4-820E63EEAA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3DA7719-8890-436B-7932-808BF3777C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FFC37D9-442B-4ABF-689D-6C4DC382DE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92500"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4168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75E0B6B-B27D-F26A-3A0C-CE7D9753A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59A0C73A-BD50-F1D0-C587-074165B7CC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520290D-C5B0-F5F6-7BCE-62DA696424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EABF52-76C2-09D5-3122-3F1D737062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817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F39F2F-0893-90A8-1E54-45A787AD5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B7AF27F-41C0-A525-4D7E-52E87E1776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C2F0B8A-FA5A-0840-FFE9-E58A522450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76EC0D2-E828-EA7B-BC6A-70D777E93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006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ECAA5-CA48-12F8-D193-EF6BA48A5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4A87E-38E3-4E49-926E-FC71A011F5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04DF9B-3CBD-212D-8186-C36ED4602A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952CDB-224F-2599-D6E6-A6320BC5724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088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BAFAF-C872-9E9E-1BBE-2B84B478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BCD6F9-A568-9D46-B316-B8FFA384A6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E5965F-D9FE-494E-F702-18B158EA5F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CD2BCE-B01F-47E8-C5D4-6A6C4CAB01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1224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57BAF-359A-0F25-3E40-619482961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D437B7-986D-FD2C-C7D0-23EBED1ED5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BE966B-9A28-57D7-20B6-6659F380B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FC903B-2D70-FFEE-049D-05FFC7E094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2436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1436B-C6EC-E539-32C3-290C6B5E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F9FC69-51FE-BCE3-27E4-16B5E28388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E51803-02F5-1856-C2C7-DAA7109CE4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03504B-2043-39A0-2879-2A6FF7A734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93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0F742-804C-2364-B1DE-0ECD38B2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C51C33-3B24-BEC5-058F-0ACA0EE7FA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EA35C5-1BA8-26DF-A391-2306C99BC3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5FF64B-4649-78E9-04A3-411084C13B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19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AF7641A-6489-9BD4-998B-4880E7B86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BB90E66-C3FC-50F0-0DB2-FF10533D59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C38D52E-98E2-F571-5218-D6DF73FF30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CD2B098-5A91-5989-B251-FB098A2A3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4813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22BED4C-8106-3ADA-252A-FAD3D00BF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B6E10F17-99DD-0F64-FF9D-C47D44CEB8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05BC8B-FF52-5868-9CEC-C6F4DA8182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E0F114C-3F8E-1B1D-57D9-6D6CAA04B04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9253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CB79980-7BB7-B658-5C9F-813C20D61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E588F056-24EF-CA2D-5099-F6A03B6054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28B121-132C-583F-CC2B-C2F372A459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452E154-6963-5778-DE52-2E51702B04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007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E1D4AA1-C3A6-2B40-1A0D-1B3CB35F9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A52F1D6-84E8-56E5-3888-CCE7802CC4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3654F9-A083-5950-10BA-72268D9DD9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CB88FE-2AC4-685B-B942-41285E3375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08423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00728-F0BC-2218-C10E-7D84050E8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9C3DC9-7FB7-5A1E-5A74-AD68F7F15A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404AC4-8867-0417-D66D-C89BDE6E2A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C8DD51-552C-9442-E8DE-9D8060B6B8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3871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8E1B5CF-B737-9A22-1A07-CAB1671B7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BFAC88C4-BA04-0FB2-4E37-88E8E2E6707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361A2B-C2FC-DAD2-A1AB-002146147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0097024-6174-B43C-5B4E-B754158803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5471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8AD8F-91AC-A04C-AC97-E38CA71E3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7AF7FD-35ED-197F-5C0E-847FF40C39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52CC69-3D03-D705-4579-677EEB3E11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259AD5-F658-03C1-B220-1496158611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7627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2018FAE-7C92-747B-1FC7-C1023AB4A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4A73A598-2F9C-2A09-BF2A-A556DB009C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C76BD62-39AC-7573-C48A-C402612A5D6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D50E07F-85C6-EE90-5CE5-D8E1956E573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1462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A1966-8505-1738-8E0D-E512C810B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EA4B0-9797-5986-40EE-29C9C461C4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A5E245-9984-3952-E816-C47F885788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D94B3B-94C0-2EBC-FDDC-5B6E4F1D1FD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8099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8DDFE-55F4-072D-3C56-EF1D33A0D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E54DE2-DC11-3545-772A-E6787ECBD3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F28372-4F86-1529-0759-9F224ADE54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47C91A-4E53-93B4-1AC3-4CB3E8A51E8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39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A3377-59E0-B7A9-8B60-E1E4BBA0C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23A84D-BC22-85A3-CD08-EFB16B2769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22AFC-0531-57D7-DF07-D965D9AAC4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A6BE56-E065-6960-B37C-8FF5077460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005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173E5-4CFC-EF04-6025-7D48F3D1F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51B5EC-8512-625E-CB58-6ABC9DE395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9A6754-7654-F9AB-EDDF-1EEDD43471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82F0F-241E-595F-EA88-CB28CB4EA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860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CCE31-4A65-4AD1-5332-FF19DCED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64C0C3-6B18-B6F6-9A52-E8A861DB62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DEA96F-19DB-4D60-6A3A-C5A0E16075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5000A6-8572-D45E-125B-C2263B4FF1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8986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EDAD62-70F3-16DB-49EE-B2D8199E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783B8FA-2BB4-50A1-3525-BC2EC7CB5C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AAC36F3-C105-8B18-CC37-8E25E74E3FE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6069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5F5C9881-EB33-52DB-8DCD-4F3D68804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B0B4CD73-326C-D1F3-DE11-A1B5C2ACEE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7971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"/>
                <a:ea typeface="ＭＳ Ｐゴシック"/>
                <a:cs typeface="Arial"/>
              </a:rPr>
              <a:t>One column slide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7B049-B18C-714D-B2D8-47DBFC9F9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en-US" dirty="0"/>
              <a:t>We use bullets on level one</a:t>
            </a:r>
            <a:endParaRPr lang="en-US" altLang="en-US" dirty="0"/>
          </a:p>
          <a:p>
            <a:pPr lvl="1"/>
            <a:r>
              <a:rPr lang="en-GB" altLang="en-US" sz="1400" dirty="0"/>
              <a:t>Here is our second level bullet</a:t>
            </a:r>
            <a:endParaRPr lang="en-US" altLang="en-US" sz="1400" dirty="0"/>
          </a:p>
          <a:p>
            <a:pPr lvl="2"/>
            <a:r>
              <a:rPr lang="en-US" altLang="en-US" sz="1200" dirty="0"/>
              <a:t>Here is our next level bullet</a:t>
            </a:r>
          </a:p>
          <a:p>
            <a:pPr lvl="3"/>
            <a:r>
              <a:rPr lang="en-US" altLang="en-US" sz="1200" dirty="0"/>
              <a:t>Here is our next level bullet</a:t>
            </a:r>
          </a:p>
          <a:p>
            <a:pPr lvl="4"/>
            <a:r>
              <a:rPr lang="en-US" altLang="en-US" sz="1200" dirty="0"/>
              <a:t>Here is our next level bullet</a:t>
            </a:r>
          </a:p>
        </p:txBody>
      </p:sp>
    </p:spTree>
    <p:extLst>
      <p:ext uri="{BB962C8B-B14F-4D97-AF65-F5344CB8AC3E}">
        <p14:creationId xmlns:p14="http://schemas.microsoft.com/office/powerpoint/2010/main" val="16204058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49C65-9D93-0940-A2D2-FDC728ABE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"/>
                <a:ea typeface="ＭＳ Ｐゴシック"/>
                <a:cs typeface="Arial"/>
              </a:rPr>
              <a:t>One column slide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D3CBCCA-48E9-0558-1DFF-7F2C2DEFF9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7B049-B18C-714D-B2D8-47DBFC9F9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altLang="en-US" sz="2000" dirty="0"/>
              <a:t>We use bullets on level one</a:t>
            </a:r>
            <a:endParaRPr lang="en-US" altLang="en-US" sz="2000" dirty="0"/>
          </a:p>
          <a:p>
            <a:pPr lvl="1"/>
            <a:r>
              <a:rPr lang="en-GB" altLang="en-US" sz="1400" dirty="0"/>
              <a:t>Here is our second level bullet</a:t>
            </a:r>
            <a:endParaRPr lang="en-US" altLang="en-US" sz="1400" dirty="0"/>
          </a:p>
          <a:p>
            <a:pPr lvl="2"/>
            <a:r>
              <a:rPr lang="en-US" altLang="en-US" sz="1200" dirty="0"/>
              <a:t>Here is our next level bullet</a:t>
            </a:r>
          </a:p>
          <a:p>
            <a:pPr lvl="3"/>
            <a:r>
              <a:rPr lang="en-US" altLang="en-US" sz="1200" dirty="0"/>
              <a:t>Here is our next level bullet</a:t>
            </a:r>
          </a:p>
          <a:p>
            <a:pPr lvl="4"/>
            <a:r>
              <a:rPr lang="en-US" altLang="en-US" sz="1200" dirty="0"/>
              <a:t>Here is our next level bullet</a:t>
            </a:r>
          </a:p>
        </p:txBody>
      </p:sp>
    </p:spTree>
    <p:extLst>
      <p:ext uri="{BB962C8B-B14F-4D97-AF65-F5344CB8AC3E}">
        <p14:creationId xmlns:p14="http://schemas.microsoft.com/office/powerpoint/2010/main" val="21912749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466A0-983C-5B07-1ECD-88372671EF06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BA9F7-6FF1-DE2A-5150-B57EDEB2EA77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38DBC-61A0-EB8E-9F46-C8DCB24F5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28C5B5-A721-D459-4328-23B86AA5A1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A8098DF-B8E0-9D97-E750-5B86A6CAFFA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CD91D2-996E-A1E4-305E-EF268DE3F6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09706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F5774-5D39-8E68-384F-FCFFAB56F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8AAF2B-744A-2AA9-0D12-ACD584BC9FDD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43F70D1-3EA0-2973-A5C1-C9B18D54C95D}"/>
              </a:ext>
            </a:extLst>
          </p:cNvPr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BCB459-F8CE-408C-D7DD-A297DE22796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F17FCD3-A838-8B36-8592-50E7629CCCF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9D97C-0B76-369F-29C4-D5C9AA408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EF34BE-87F0-F763-4398-20BFABBAF3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92AA2D-302B-0D85-8756-5F7A6FBEDE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81115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C6DE241-0249-3ABD-27E7-F493314E2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47586EE-BC34-D69B-FFC1-AD847322FD9A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5A76360-0CDA-ACAD-46CB-1EC9C5601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CC4F619-FBA2-8F07-B3B3-63CB959BA7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0228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4F0BD1-A09D-D77C-B4C7-E68E057922A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423D1B3-128B-035F-F824-0D904537604A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3417EE-F3DF-ECE5-6952-1CAB2180E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95A5A-095F-1C5B-1D7D-D6422D477F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0988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311E220-3790-3D4C-D4BC-C778D32EB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BA68F5C-59A5-8141-DD50-FD6989230BF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990B6DA-6595-3881-E6B0-F523807E1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7911B0-28C3-B90A-1C45-462495F134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1451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3C51F9E8-4BFE-2A25-6B75-473E20BD156A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40647F-9584-D6BA-20F4-D8683951C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5719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6955A-687E-CCBF-BEA7-3B6E317D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AA5BE-A2AE-045D-BC53-1BEBD4D703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6</a:t>
            </a:r>
          </a:p>
          <a:p>
            <a:r>
              <a:rPr lang="en-US" dirty="0"/>
              <a:t>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E9F4C0-91A3-B662-1356-F4B433C54FF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Topic</a:t>
            </a:r>
          </a:p>
          <a:p>
            <a:r>
              <a:rPr lang="en-US" dirty="0"/>
              <a:t>Topic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</p:txBody>
      </p:sp>
    </p:spTree>
    <p:extLst>
      <p:ext uri="{BB962C8B-B14F-4D97-AF65-F5344CB8AC3E}">
        <p14:creationId xmlns:p14="http://schemas.microsoft.com/office/powerpoint/2010/main" val="41078796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AF956-B52E-8BCC-42E1-D68AD128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ＭＳ Ｐゴシック"/>
                <a:cs typeface="Arial"/>
              </a:rPr>
              <a:t>Example in-person event slide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48889-71C1-D4ED-BEC1-086B627202F6}"/>
              </a:ext>
            </a:extLst>
          </p:cNvPr>
          <p:cNvSpPr txBox="1"/>
          <p:nvPr/>
        </p:nvSpPr>
        <p:spPr>
          <a:xfrm>
            <a:off x="345019" y="1259812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9:00 – 10:00 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933941-0A12-2CB5-5910-A29A354EFD34}"/>
              </a:ext>
            </a:extLst>
          </p:cNvPr>
          <p:cNvSpPr txBox="1"/>
          <p:nvPr/>
        </p:nvSpPr>
        <p:spPr>
          <a:xfrm>
            <a:off x="2710515" y="2012171"/>
            <a:ext cx="320951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 Name</a:t>
            </a:r>
            <a:endParaRPr lang="en-GB" sz="1600" dirty="0">
              <a:solidFill>
                <a:schemeClr val="tx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520040-E8E9-9F59-878F-197D49BC538A}"/>
              </a:ext>
            </a:extLst>
          </p:cNvPr>
          <p:cNvSpPr txBox="1"/>
          <p:nvPr/>
        </p:nvSpPr>
        <p:spPr>
          <a:xfrm>
            <a:off x="334962" y="2535740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11:33 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4FA362-A18D-43D2-8CE1-0FFC47B2602C}"/>
              </a:ext>
            </a:extLst>
          </p:cNvPr>
          <p:cNvSpPr txBox="1"/>
          <p:nvPr/>
        </p:nvSpPr>
        <p:spPr>
          <a:xfrm>
            <a:off x="334962" y="803102"/>
            <a:ext cx="6094070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600" normalizeH="0" baseline="0" noProof="0" dirty="0">
                <a:ln>
                  <a:noFill/>
                </a:ln>
                <a:solidFill>
                  <a:srgbClr val="7233F7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TUESDAY, OCTOBER 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9D3BC-6722-502E-D51F-4233B8450EBB}"/>
              </a:ext>
            </a:extLst>
          </p:cNvPr>
          <p:cNvSpPr txBox="1"/>
          <p:nvPr/>
        </p:nvSpPr>
        <p:spPr>
          <a:xfrm>
            <a:off x="334962" y="3407406"/>
            <a:ext cx="6094070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600" normalizeH="0" baseline="0" noProof="0" dirty="0">
                <a:ln>
                  <a:noFill/>
                </a:ln>
                <a:solidFill>
                  <a:srgbClr val="7233F7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WEDNESDAY, OCTOBER 15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7ECFE4-62E8-2325-78B4-2162BB1024A4}"/>
              </a:ext>
            </a:extLst>
          </p:cNvPr>
          <p:cNvSpPr txBox="1"/>
          <p:nvPr/>
        </p:nvSpPr>
        <p:spPr>
          <a:xfrm>
            <a:off x="345019" y="3887265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8:00 AM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660843-980C-2490-F7FA-D48959684AB1}"/>
              </a:ext>
            </a:extLst>
          </p:cNvPr>
          <p:cNvSpPr txBox="1"/>
          <p:nvPr/>
        </p:nvSpPr>
        <p:spPr>
          <a:xfrm>
            <a:off x="2710515" y="4639624"/>
            <a:ext cx="78918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Speaker Name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20E27A-E740-8772-D67C-92D4F8C68C16}"/>
              </a:ext>
            </a:extLst>
          </p:cNvPr>
          <p:cNvSpPr txBox="1"/>
          <p:nvPr/>
        </p:nvSpPr>
        <p:spPr>
          <a:xfrm>
            <a:off x="345019" y="5229928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8:35 AM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A5F346-3C3C-066B-5961-7DFE8EFC01A7}"/>
              </a:ext>
            </a:extLst>
          </p:cNvPr>
          <p:cNvSpPr txBox="1"/>
          <p:nvPr/>
        </p:nvSpPr>
        <p:spPr>
          <a:xfrm>
            <a:off x="2710515" y="5616790"/>
            <a:ext cx="78918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Speaker Name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9C98A-A37B-0B48-40FA-77B1E6BF47B6}"/>
              </a:ext>
            </a:extLst>
          </p:cNvPr>
          <p:cNvSpPr txBox="1"/>
          <p:nvPr/>
        </p:nvSpPr>
        <p:spPr>
          <a:xfrm>
            <a:off x="2705493" y="1149889"/>
            <a:ext cx="8031637" cy="8617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vl="0">
              <a:defRPr/>
            </a:pPr>
            <a:r>
              <a:rPr lang="en-GB" sz="2800" dirty="0">
                <a:gradFill>
                  <a:gsLst>
                    <a:gs pos="0">
                      <a:schemeClr val="accent1"/>
                    </a:gs>
                    <a:gs pos="100000">
                      <a:srgbClr val="7233F7"/>
                    </a:gs>
                  </a:gsLst>
                  <a:lin ang="0" scaled="0"/>
                </a:gradFill>
                <a:latin typeface="Arial"/>
                <a:ea typeface="ＭＳ Ｐゴシック"/>
                <a:cs typeface="Arial"/>
              </a:rPr>
              <a:t>A really long presentation title that spans multiple lines</a:t>
            </a:r>
            <a:endParaRPr lang="en-GB" sz="2400" dirty="0">
              <a:gradFill>
                <a:gsLst>
                  <a:gs pos="0">
                    <a:schemeClr val="accent1"/>
                  </a:gs>
                  <a:gs pos="100000">
                    <a:srgbClr val="7233F7"/>
                  </a:gs>
                </a:gsLst>
                <a:lin ang="0" scaled="0"/>
              </a:gradFill>
              <a:latin typeface="Arial"/>
              <a:ea typeface="ＭＳ Ｐゴシック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5A420A-EB19-F0F2-E1C6-D34AE9F8F41D}"/>
              </a:ext>
            </a:extLst>
          </p:cNvPr>
          <p:cNvSpPr txBox="1"/>
          <p:nvPr/>
        </p:nvSpPr>
        <p:spPr>
          <a:xfrm>
            <a:off x="2705493" y="2423633"/>
            <a:ext cx="7896917" cy="13542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defRPr/>
            </a:pPr>
            <a:r>
              <a:rPr lang="en-GB" sz="2800" dirty="0">
                <a:gradFill>
                  <a:gsLst>
                    <a:gs pos="0">
                      <a:schemeClr val="accent1"/>
                    </a:gs>
                    <a:gs pos="100000">
                      <a:srgbClr val="7233F7"/>
                    </a:gs>
                  </a:gsLst>
                  <a:lin ang="0" scaled="0"/>
                </a:gradFill>
                <a:latin typeface="Arial"/>
                <a:ea typeface="ＭＳ Ｐゴシック"/>
                <a:cs typeface="Arial"/>
              </a:rPr>
              <a:t>A really long presentation title that spans multiple lines</a:t>
            </a:r>
            <a:endParaRPr lang="en-GB" sz="2400" dirty="0">
              <a:gradFill>
                <a:gsLst>
                  <a:gs pos="0">
                    <a:schemeClr val="accent1"/>
                  </a:gs>
                  <a:gs pos="100000">
                    <a:srgbClr val="7233F7"/>
                  </a:gs>
                </a:gsLst>
                <a:lin ang="0" scaled="0"/>
              </a:gradFill>
              <a:latin typeface="Arial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A396C7-9B03-834D-4B59-9E1870A9DAA4}"/>
              </a:ext>
            </a:extLst>
          </p:cNvPr>
          <p:cNvSpPr txBox="1"/>
          <p:nvPr/>
        </p:nvSpPr>
        <p:spPr>
          <a:xfrm>
            <a:off x="2705493" y="3777850"/>
            <a:ext cx="8031637" cy="8617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lvl="0">
              <a:defRPr/>
            </a:pPr>
            <a:r>
              <a:rPr lang="en-GB" sz="2800" dirty="0">
                <a:gradFill>
                  <a:gsLst>
                    <a:gs pos="0">
                      <a:schemeClr val="accent1"/>
                    </a:gs>
                    <a:gs pos="100000">
                      <a:srgbClr val="7233F7"/>
                    </a:gs>
                  </a:gsLst>
                  <a:lin ang="0" scaled="0"/>
                </a:gradFill>
                <a:latin typeface="Arial"/>
                <a:ea typeface="ＭＳ Ｐゴシック"/>
                <a:cs typeface="Arial"/>
              </a:rPr>
              <a:t>A really long presentation title that spans multiple lines</a:t>
            </a:r>
            <a:endParaRPr lang="en-GB" sz="2400" dirty="0">
              <a:gradFill>
                <a:gsLst>
                  <a:gs pos="0">
                    <a:schemeClr val="accent1"/>
                  </a:gs>
                  <a:gs pos="100000">
                    <a:srgbClr val="7233F7"/>
                  </a:gs>
                </a:gsLst>
                <a:lin ang="0" scaled="0"/>
              </a:gradFill>
              <a:latin typeface="Arial"/>
              <a:ea typeface="ＭＳ Ｐゴシック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EE532C-12BF-CC0B-5FF0-3684704EA777}"/>
              </a:ext>
            </a:extLst>
          </p:cNvPr>
          <p:cNvSpPr txBox="1"/>
          <p:nvPr/>
        </p:nvSpPr>
        <p:spPr>
          <a:xfrm>
            <a:off x="2705493" y="5120513"/>
            <a:ext cx="8031637" cy="43088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chemeClr val="accent1"/>
                    </a:gs>
                    <a:gs pos="100000">
                      <a:srgbClr val="7233F7"/>
                    </a:gs>
                  </a:gsLst>
                  <a:lin ang="0" scaled="0"/>
                </a:gradFill>
                <a:effectLst/>
                <a:uLnTx/>
                <a:uFillTx/>
                <a:latin typeface="Arial"/>
                <a:ea typeface="ＭＳ Ｐゴシック"/>
                <a:cs typeface="Arial"/>
              </a:rPr>
              <a:t>Presentation </a:t>
            </a:r>
            <a:r>
              <a:rPr lang="en-GB" sz="2800" dirty="0">
                <a:gradFill>
                  <a:gsLst>
                    <a:gs pos="0">
                      <a:schemeClr val="accent1"/>
                    </a:gs>
                    <a:gs pos="100000">
                      <a:srgbClr val="7233F7"/>
                    </a:gs>
                  </a:gsLst>
                  <a:lin ang="0" scaled="0"/>
                </a:gradFill>
                <a:latin typeface="Arial"/>
                <a:ea typeface="ＭＳ Ｐゴシック"/>
                <a:cs typeface="Arial"/>
              </a:rPr>
              <a:t>title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chemeClr val="accent1"/>
                  </a:gs>
                  <a:gs pos="100000">
                    <a:srgbClr val="7233F7"/>
                  </a:gs>
                </a:gsLst>
                <a:lin ang="0" scaled="0"/>
              </a:gra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3807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1A4AC-3EF6-D543-25D4-F09B16D64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ＭＳ Ｐゴシック"/>
                <a:cs typeface="Arial"/>
              </a:rPr>
              <a:t>Timeline template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70C76C9-F12B-AE2F-2057-FA7AC6F05FD8}"/>
              </a:ext>
            </a:extLst>
          </p:cNvPr>
          <p:cNvCxnSpPr>
            <a:cxnSpLocks/>
          </p:cNvCxnSpPr>
          <p:nvPr/>
        </p:nvCxnSpPr>
        <p:spPr>
          <a:xfrm flipV="1">
            <a:off x="514299" y="2943222"/>
            <a:ext cx="11053814" cy="24776"/>
          </a:xfrm>
          <a:prstGeom prst="line">
            <a:avLst/>
          </a:prstGeom>
          <a:ln w="1270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2E34B28-1716-E0DF-EE2F-99A420CA9222}"/>
              </a:ext>
            </a:extLst>
          </p:cNvPr>
          <p:cNvCxnSpPr>
            <a:cxnSpLocks/>
          </p:cNvCxnSpPr>
          <p:nvPr/>
        </p:nvCxnSpPr>
        <p:spPr>
          <a:xfrm>
            <a:off x="996256" y="3127504"/>
            <a:ext cx="0" cy="326856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9E85772-D6CA-685E-3445-2AC78B09390E}"/>
              </a:ext>
            </a:extLst>
          </p:cNvPr>
          <p:cNvSpPr txBox="1"/>
          <p:nvPr/>
        </p:nvSpPr>
        <p:spPr>
          <a:xfrm>
            <a:off x="334963" y="3838988"/>
            <a:ext cx="2584041" cy="8956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6D126F-22AA-3EA6-684D-2BD1E309BA49}"/>
              </a:ext>
            </a:extLst>
          </p:cNvPr>
          <p:cNvSpPr txBox="1"/>
          <p:nvPr/>
        </p:nvSpPr>
        <p:spPr>
          <a:xfrm>
            <a:off x="334963" y="3546687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600" kern="1200" dirty="0">
                <a:solidFill>
                  <a:srgbClr val="7233F7"/>
                </a:solidFill>
                <a:latin typeface="Arial"/>
                <a:ea typeface="+mn-ea"/>
                <a:cs typeface="Arial"/>
              </a:rPr>
              <a:t>Title </a:t>
            </a:r>
            <a:r>
              <a:rPr lang="en-US" sz="1600" dirty="0">
                <a:solidFill>
                  <a:srgbClr val="7233F7"/>
                </a:solidFill>
                <a:latin typeface="Arial"/>
                <a:ea typeface="+mn-ea"/>
                <a:cs typeface="Arial"/>
              </a:rPr>
              <a:t>here</a:t>
            </a:r>
            <a:endParaRPr lang="en-US" sz="1600" kern="1200" dirty="0">
              <a:solidFill>
                <a:srgbClr val="7233F7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DFD91B-12F2-07F6-3070-DE99A1453CAF}"/>
              </a:ext>
            </a:extLst>
          </p:cNvPr>
          <p:cNvSpPr txBox="1"/>
          <p:nvPr/>
        </p:nvSpPr>
        <p:spPr>
          <a:xfrm>
            <a:off x="2519920" y="1256500"/>
            <a:ext cx="1805672" cy="12280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Lorem ipsum dolor sit</a:t>
            </a:r>
          </a:p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amet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consectetur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adipiscing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elit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Consectetur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adipiscing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elit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quisque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</a:p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</a:t>
            </a:r>
            <a:r>
              <a:rPr lang="en-US" sz="1200" kern="1200" dirty="0" err="1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aucibus</a:t>
            </a:r>
            <a:r>
              <a:rPr lang="en-US" sz="1200" kern="1200" dirty="0"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1C7EF-4960-8FD1-B127-9ECB2A17361C}"/>
              </a:ext>
            </a:extLst>
          </p:cNvPr>
          <p:cNvSpPr txBox="1"/>
          <p:nvPr/>
        </p:nvSpPr>
        <p:spPr>
          <a:xfrm>
            <a:off x="7104978" y="950994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7233F7"/>
                </a:solidFill>
                <a:latin typeface="Arial"/>
                <a:ea typeface="ＭＳ Ｐゴシック"/>
                <a:cs typeface="Arial"/>
              </a:rPr>
              <a:t>Title here</a:t>
            </a:r>
            <a:endParaRPr lang="en-US" sz="1600" dirty="0">
              <a:solidFill>
                <a:srgbClr val="7233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D52655-B990-1D39-7593-7775E3F133AC}"/>
              </a:ext>
            </a:extLst>
          </p:cNvPr>
          <p:cNvSpPr txBox="1"/>
          <p:nvPr/>
        </p:nvSpPr>
        <p:spPr>
          <a:xfrm>
            <a:off x="2519920" y="964246"/>
            <a:ext cx="846770" cy="2215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7233F7"/>
                </a:solidFill>
                <a:latin typeface="Arial"/>
                <a:ea typeface="ＭＳ Ｐゴシック"/>
                <a:cs typeface="Arial"/>
              </a:rPr>
              <a:t>Title here</a:t>
            </a:r>
            <a:endParaRPr lang="en-US" sz="1600" dirty="0">
              <a:solidFill>
                <a:srgbClr val="7233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5D4E84-A8CB-B544-2A5A-C37412D2D95C}"/>
              </a:ext>
            </a:extLst>
          </p:cNvPr>
          <p:cNvSpPr txBox="1"/>
          <p:nvPr/>
        </p:nvSpPr>
        <p:spPr>
          <a:xfrm>
            <a:off x="4586870" y="3546687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7233F7"/>
                </a:solidFill>
                <a:latin typeface="Arial"/>
                <a:ea typeface="ＭＳ Ｐゴシック"/>
                <a:cs typeface="Arial"/>
              </a:rPr>
              <a:t>Title here</a:t>
            </a:r>
            <a:endParaRPr lang="en-US" sz="1600" dirty="0">
              <a:solidFill>
                <a:srgbClr val="7233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C3F501-5B9D-24FD-5A51-2B3B87C2B707}"/>
              </a:ext>
            </a:extLst>
          </p:cNvPr>
          <p:cNvSpPr txBox="1"/>
          <p:nvPr/>
        </p:nvSpPr>
        <p:spPr>
          <a:xfrm>
            <a:off x="4586870" y="3876473"/>
            <a:ext cx="2458455" cy="106182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773A1-ADB2-6688-6F45-9C0CFB582508}"/>
              </a:ext>
            </a:extLst>
          </p:cNvPr>
          <p:cNvSpPr txBox="1"/>
          <p:nvPr/>
        </p:nvSpPr>
        <p:spPr>
          <a:xfrm>
            <a:off x="7104978" y="1251095"/>
            <a:ext cx="1960173" cy="12280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D2A9B5-4E2C-1A98-3329-1173191A1E3D}"/>
              </a:ext>
            </a:extLst>
          </p:cNvPr>
          <p:cNvSpPr txBox="1"/>
          <p:nvPr/>
        </p:nvSpPr>
        <p:spPr>
          <a:xfrm>
            <a:off x="8851613" y="3546687"/>
            <a:ext cx="846770" cy="2215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7233F7"/>
                </a:solidFill>
                <a:latin typeface="Arial"/>
                <a:ea typeface="ＭＳ Ｐゴシック"/>
                <a:cs typeface="Arial"/>
              </a:rPr>
              <a:t>Title here</a:t>
            </a:r>
            <a:endParaRPr lang="en-US" sz="1600" dirty="0">
              <a:solidFill>
                <a:srgbClr val="7233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4733F7-7292-9C1F-2C45-2D67A2733918}"/>
              </a:ext>
            </a:extLst>
          </p:cNvPr>
          <p:cNvSpPr txBox="1"/>
          <p:nvPr/>
        </p:nvSpPr>
        <p:spPr>
          <a:xfrm>
            <a:off x="8851613" y="3862289"/>
            <a:ext cx="2356021" cy="106182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8F377C3-90D5-1E7A-4607-080B12EE043A}"/>
              </a:ext>
            </a:extLst>
          </p:cNvPr>
          <p:cNvSpPr/>
          <p:nvPr/>
        </p:nvSpPr>
        <p:spPr>
          <a:xfrm>
            <a:off x="632507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2021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D441E5A-720A-EC4E-AA48-DC741BEFBC44}"/>
              </a:ext>
            </a:extLst>
          </p:cNvPr>
          <p:cNvSpPr/>
          <p:nvPr/>
        </p:nvSpPr>
        <p:spPr>
          <a:xfrm>
            <a:off x="2927352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1645396-2463-3893-B78C-74D42E4AC361}"/>
              </a:ext>
            </a:extLst>
          </p:cNvPr>
          <p:cNvSpPr/>
          <p:nvPr/>
        </p:nvSpPr>
        <p:spPr>
          <a:xfrm>
            <a:off x="5222197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2023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47CCC9C-00EC-C301-A453-8C8022854516}"/>
              </a:ext>
            </a:extLst>
          </p:cNvPr>
          <p:cNvSpPr/>
          <p:nvPr/>
        </p:nvSpPr>
        <p:spPr>
          <a:xfrm>
            <a:off x="7517042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2024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7F94DF7-5551-368C-B540-A8B6F805318E}"/>
              </a:ext>
            </a:extLst>
          </p:cNvPr>
          <p:cNvCxnSpPr>
            <a:cxnSpLocks/>
          </p:cNvCxnSpPr>
          <p:nvPr/>
        </p:nvCxnSpPr>
        <p:spPr>
          <a:xfrm>
            <a:off x="3275630" y="2511278"/>
            <a:ext cx="0" cy="3268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A78F7E-FCDE-C29C-A286-3EE31D06DDA5}"/>
              </a:ext>
            </a:extLst>
          </p:cNvPr>
          <p:cNvCxnSpPr>
            <a:cxnSpLocks/>
          </p:cNvCxnSpPr>
          <p:nvPr/>
        </p:nvCxnSpPr>
        <p:spPr>
          <a:xfrm>
            <a:off x="5587353" y="3120878"/>
            <a:ext cx="0" cy="326856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99FCA4-4BBC-E075-7FA7-0D7D3ED6AF68}"/>
              </a:ext>
            </a:extLst>
          </p:cNvPr>
          <p:cNvCxnSpPr>
            <a:cxnSpLocks/>
          </p:cNvCxnSpPr>
          <p:nvPr/>
        </p:nvCxnSpPr>
        <p:spPr>
          <a:xfrm>
            <a:off x="7874572" y="2491400"/>
            <a:ext cx="0" cy="32685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198F41D-E29C-DC2A-E53C-EC13A6AACAD7}"/>
              </a:ext>
            </a:extLst>
          </p:cNvPr>
          <p:cNvCxnSpPr>
            <a:cxnSpLocks/>
          </p:cNvCxnSpPr>
          <p:nvPr/>
        </p:nvCxnSpPr>
        <p:spPr>
          <a:xfrm>
            <a:off x="9627833" y="2943222"/>
            <a:ext cx="0" cy="504512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6">
            <a:extLst>
              <a:ext uri="{FF2B5EF4-FFF2-40B4-BE49-F238E27FC236}">
                <a16:creationId xmlns:a16="http://schemas.microsoft.com/office/drawing/2014/main" id="{646DA17E-D181-273A-5019-9DDC9FFA64CA}"/>
              </a:ext>
            </a:extLst>
          </p:cNvPr>
          <p:cNvSpPr/>
          <p:nvPr/>
        </p:nvSpPr>
        <p:spPr>
          <a:xfrm>
            <a:off x="9811888" y="2810002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2201A6-4D94-9987-FD1A-8E9794D0B432}"/>
              </a:ext>
            </a:extLst>
          </p:cNvPr>
          <p:cNvSpPr txBox="1"/>
          <p:nvPr/>
        </p:nvSpPr>
        <p:spPr>
          <a:xfrm>
            <a:off x="10741806" y="950994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7233F7"/>
                </a:solidFill>
                <a:latin typeface="Arial"/>
                <a:ea typeface="ＭＳ Ｐゴシック"/>
                <a:cs typeface="Arial"/>
              </a:rPr>
              <a:t>Title here</a:t>
            </a:r>
            <a:endParaRPr lang="en-US" sz="1600" dirty="0">
              <a:solidFill>
                <a:srgbClr val="7233F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EB1CC3-EA1E-7EFC-DF1F-A5CEA90F30E1}"/>
              </a:ext>
            </a:extLst>
          </p:cNvPr>
          <p:cNvSpPr txBox="1"/>
          <p:nvPr/>
        </p:nvSpPr>
        <p:spPr>
          <a:xfrm>
            <a:off x="10745486" y="1251095"/>
            <a:ext cx="1338267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FD5F605-FF6C-29CA-AB00-0C259B0949E9}"/>
              </a:ext>
            </a:extLst>
          </p:cNvPr>
          <p:cNvCxnSpPr>
            <a:cxnSpLocks/>
          </p:cNvCxnSpPr>
          <p:nvPr/>
        </p:nvCxnSpPr>
        <p:spPr>
          <a:xfrm>
            <a:off x="11267252" y="2491400"/>
            <a:ext cx="0" cy="45182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98682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FCD13EC-8BA4-9872-8242-8AC4CB19BB2E}"/>
              </a:ext>
            </a:extLst>
          </p:cNvPr>
          <p:cNvSpPr/>
          <p:nvPr/>
        </p:nvSpPr>
        <p:spPr>
          <a:xfrm>
            <a:off x="5581580" y="1227999"/>
            <a:ext cx="1052573" cy="13581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08042D-CC5E-4999-5ECF-BEFD90F46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 Chart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55FFC542-075A-CC12-4E65-6FEDF7A04CFB}"/>
              </a:ext>
            </a:extLst>
          </p:cNvPr>
          <p:cNvSpPr txBox="1">
            <a:spLocks/>
          </p:cNvSpPr>
          <p:nvPr/>
        </p:nvSpPr>
        <p:spPr bwMode="auto">
          <a:xfrm>
            <a:off x="5253440" y="2718068"/>
            <a:ext cx="1708851" cy="621986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</a:br>
            <a: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50FBC545-1E7B-2F02-C377-9C24A39A8D78}"/>
              </a:ext>
            </a:extLst>
          </p:cNvPr>
          <p:cNvSpPr txBox="1">
            <a:spLocks/>
          </p:cNvSpPr>
          <p:nvPr/>
        </p:nvSpPr>
        <p:spPr bwMode="auto">
          <a:xfrm>
            <a:off x="3286841" y="4645310"/>
            <a:ext cx="124331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</a:b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342B14F-AB94-8B54-25BA-8728C9215CDB}"/>
              </a:ext>
            </a:extLst>
          </p:cNvPr>
          <p:cNvSpPr txBox="1">
            <a:spLocks/>
          </p:cNvSpPr>
          <p:nvPr/>
        </p:nvSpPr>
        <p:spPr bwMode="auto">
          <a:xfrm>
            <a:off x="4453606" y="4645311"/>
            <a:ext cx="1134528" cy="646331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57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Job Title</a:t>
            </a:r>
            <a:b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</a:b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3F3F3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Location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3F3F3">
                  <a:lumMod val="75000"/>
                </a:srgb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  <a:cs typeface="+mn-cs"/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2F57DB0-6259-F9DC-77B9-7D93DBBF5351}"/>
              </a:ext>
            </a:extLst>
          </p:cNvPr>
          <p:cNvSpPr txBox="1">
            <a:spLocks/>
          </p:cNvSpPr>
          <p:nvPr/>
        </p:nvSpPr>
        <p:spPr bwMode="auto">
          <a:xfrm>
            <a:off x="5510741" y="4645311"/>
            <a:ext cx="126313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57FF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Job Title</a:t>
            </a:r>
            <a:b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</a:b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3F3F3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Location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3F3F3">
                  <a:lumMod val="75000"/>
                </a:srgb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  <a:cs typeface="+mn-cs"/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369E4BD-111E-809C-E95A-39703F8E8D93}"/>
              </a:ext>
            </a:extLst>
          </p:cNvPr>
          <p:cNvSpPr txBox="1">
            <a:spLocks/>
          </p:cNvSpPr>
          <p:nvPr/>
        </p:nvSpPr>
        <p:spPr bwMode="auto">
          <a:xfrm>
            <a:off x="7754461" y="4645310"/>
            <a:ext cx="126313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Aft>
                <a:spcPts val="0"/>
              </a:spcAft>
              <a:defRPr/>
            </a:pPr>
            <a:r>
              <a:rPr lang="en-US" altLang="en-US" sz="1200" dirty="0">
                <a:solidFill>
                  <a:schemeClr val="tx1"/>
                </a:solidFill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lvl="0" algn="ctr">
              <a:spcAft>
                <a:spcPts val="0"/>
              </a:spcAft>
              <a:defRPr/>
            </a:pPr>
            <a:r>
              <a:rPr lang="en-US" altLang="en-US" sz="900" dirty="0">
                <a:solidFill>
                  <a:schemeClr val="accent1"/>
                </a:solidFill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lang="en-US" altLang="en-US" sz="900" dirty="0">
                <a:solidFill>
                  <a:srgbClr val="6E2FF1"/>
                </a:solidFill>
                <a:latin typeface="Arial" panose="020B0604020202020204" pitchFamily="34" charset="0"/>
                <a:ea typeface="ＭＳ Ｐゴシック" charset="-128"/>
              </a:rPr>
            </a:br>
            <a:r>
              <a:rPr lang="en-US" altLang="en-US" sz="9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lang="en-US" altLang="en-US" sz="1200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ea typeface="ＭＳ Ｐゴシック" charset="-128"/>
            </a:endParaRP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3BFD253A-B326-036D-5038-F583C1337120}"/>
              </a:ext>
            </a:extLst>
          </p:cNvPr>
          <p:cNvSpPr txBox="1">
            <a:spLocks/>
          </p:cNvSpPr>
          <p:nvPr/>
        </p:nvSpPr>
        <p:spPr bwMode="auto">
          <a:xfrm>
            <a:off x="6634153" y="4645311"/>
            <a:ext cx="126313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Aft>
                <a:spcPts val="0"/>
              </a:spcAft>
              <a:defRPr/>
            </a:pPr>
            <a:r>
              <a:rPr lang="en-US" altLang="en-US" sz="1200" dirty="0">
                <a:solidFill>
                  <a:schemeClr val="tx1"/>
                </a:solidFill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lvl="0" algn="ctr">
              <a:spcAft>
                <a:spcPts val="0"/>
              </a:spcAft>
              <a:defRPr/>
            </a:pPr>
            <a:r>
              <a:rPr lang="en-US" altLang="en-US" sz="900" dirty="0">
                <a:solidFill>
                  <a:schemeClr val="accent1"/>
                </a:solidFill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lang="en-US" altLang="en-US" sz="900" dirty="0">
                <a:solidFill>
                  <a:srgbClr val="6E2FF1"/>
                </a:solidFill>
                <a:latin typeface="Arial" panose="020B0604020202020204" pitchFamily="34" charset="0"/>
                <a:ea typeface="ＭＳ Ｐゴシック" charset="-128"/>
              </a:rPr>
            </a:br>
            <a:r>
              <a:rPr lang="en-US" altLang="en-US" sz="9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lang="en-US" altLang="en-US" sz="1200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ea typeface="ＭＳ Ｐゴシック" charset="-128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D088183-6056-F05E-8AB2-34B829E27563}"/>
              </a:ext>
            </a:extLst>
          </p:cNvPr>
          <p:cNvCxnSpPr>
            <a:cxnSpLocks/>
          </p:cNvCxnSpPr>
          <p:nvPr/>
        </p:nvCxnSpPr>
        <p:spPr>
          <a:xfrm>
            <a:off x="3389537" y="3391568"/>
            <a:ext cx="5543391" cy="0"/>
          </a:xfrm>
          <a:prstGeom prst="line">
            <a:avLst/>
          </a:prstGeom>
          <a:ln w="127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D3B1C43B-0D0E-E60F-66DA-8F0537D0A666}"/>
              </a:ext>
            </a:extLst>
          </p:cNvPr>
          <p:cNvSpPr/>
          <p:nvPr/>
        </p:nvSpPr>
        <p:spPr>
          <a:xfrm>
            <a:off x="3503604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051B2D-9D2F-661F-5634-28889F355F03}"/>
              </a:ext>
            </a:extLst>
          </p:cNvPr>
          <p:cNvSpPr/>
          <p:nvPr/>
        </p:nvSpPr>
        <p:spPr>
          <a:xfrm>
            <a:off x="4626030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3616CF-9C0A-AD53-433E-7CEE27F419F1}"/>
              </a:ext>
            </a:extLst>
          </p:cNvPr>
          <p:cNvSpPr/>
          <p:nvPr/>
        </p:nvSpPr>
        <p:spPr>
          <a:xfrm>
            <a:off x="5748456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E960EE-1DE3-47AE-9F24-70C0C484BBA0}"/>
              </a:ext>
            </a:extLst>
          </p:cNvPr>
          <p:cNvSpPr/>
          <p:nvPr/>
        </p:nvSpPr>
        <p:spPr>
          <a:xfrm>
            <a:off x="6870882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60A845-4D5A-78A6-6EB4-5ED1F50B666B}"/>
              </a:ext>
            </a:extLst>
          </p:cNvPr>
          <p:cNvSpPr/>
          <p:nvPr/>
        </p:nvSpPr>
        <p:spPr>
          <a:xfrm>
            <a:off x="7993308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66780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DE4CD-11F9-61F1-724F-F6C270920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Icon Slide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0495C3-E63D-CBAC-61DA-318BFF97C5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FE66507-342F-7F64-A175-F0F2CC1E6B5E}"/>
              </a:ext>
            </a:extLst>
          </p:cNvPr>
          <p:cNvGrpSpPr/>
          <p:nvPr/>
        </p:nvGrpSpPr>
        <p:grpSpPr>
          <a:xfrm>
            <a:off x="201336" y="2978966"/>
            <a:ext cx="11733976" cy="3272256"/>
            <a:chOff x="201336" y="2978966"/>
            <a:chExt cx="11733976" cy="327225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F943794-7BD0-2AE8-833E-B6C5D0F0187D}"/>
                </a:ext>
              </a:extLst>
            </p:cNvPr>
            <p:cNvGrpSpPr/>
            <p:nvPr/>
          </p:nvGrpSpPr>
          <p:grpSpPr>
            <a:xfrm>
              <a:off x="201336" y="3016297"/>
              <a:ext cx="11733976" cy="3234925"/>
              <a:chOff x="334962" y="1334677"/>
              <a:chExt cx="13190858" cy="4916546"/>
            </a:xfrm>
            <a:solidFill>
              <a:schemeClr val="bg2"/>
            </a:solidFill>
          </p:grpSpPr>
          <p:sp>
            <p:nvSpPr>
              <p:cNvPr id="12" name="Rectangle: Rounded Corners 13">
                <a:extLst>
                  <a:ext uri="{FF2B5EF4-FFF2-40B4-BE49-F238E27FC236}">
                    <a16:creationId xmlns:a16="http://schemas.microsoft.com/office/drawing/2014/main" id="{F86B8659-6CD6-4588-2466-936A22A790DB}"/>
                  </a:ext>
                </a:extLst>
              </p:cNvPr>
              <p:cNvSpPr/>
              <p:nvPr/>
            </p:nvSpPr>
            <p:spPr>
              <a:xfrm>
                <a:off x="334962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Rectangle: Rounded Corners 13">
                <a:extLst>
                  <a:ext uri="{FF2B5EF4-FFF2-40B4-BE49-F238E27FC236}">
                    <a16:creationId xmlns:a16="http://schemas.microsoft.com/office/drawing/2014/main" id="{ED99C761-88F2-EA50-33AB-A09A0DFB4545}"/>
                  </a:ext>
                </a:extLst>
              </p:cNvPr>
              <p:cNvSpPr/>
              <p:nvPr/>
            </p:nvSpPr>
            <p:spPr>
              <a:xfrm>
                <a:off x="3002661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0B9B6C2-C8C2-55FF-9A64-D950C79F6B2F}"/>
                  </a:ext>
                </a:extLst>
              </p:cNvPr>
              <p:cNvSpPr/>
              <p:nvPr/>
            </p:nvSpPr>
            <p:spPr>
              <a:xfrm>
                <a:off x="5639571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" name="Rectangle: Rounded Corners 13">
                <a:extLst>
                  <a:ext uri="{FF2B5EF4-FFF2-40B4-BE49-F238E27FC236}">
                    <a16:creationId xmlns:a16="http://schemas.microsoft.com/office/drawing/2014/main" id="{67031190-DF60-784B-E39E-BBFBD529320F}"/>
                  </a:ext>
                </a:extLst>
              </p:cNvPr>
              <p:cNvSpPr/>
              <p:nvPr/>
            </p:nvSpPr>
            <p:spPr>
              <a:xfrm>
                <a:off x="8307269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Rectangle: Rounded Corners 13">
                <a:extLst>
                  <a:ext uri="{FF2B5EF4-FFF2-40B4-BE49-F238E27FC236}">
                    <a16:creationId xmlns:a16="http://schemas.microsoft.com/office/drawing/2014/main" id="{1AD27D59-B592-B861-FEBC-74546D337F27}"/>
                  </a:ext>
                </a:extLst>
              </p:cNvPr>
              <p:cNvSpPr/>
              <p:nvPr/>
            </p:nvSpPr>
            <p:spPr>
              <a:xfrm>
                <a:off x="10974969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78E8108-9046-2E20-E59D-888E378EA0B3}"/>
                </a:ext>
              </a:extLst>
            </p:cNvPr>
            <p:cNvGrpSpPr/>
            <p:nvPr/>
          </p:nvGrpSpPr>
          <p:grpSpPr>
            <a:xfrm>
              <a:off x="201336" y="2978966"/>
              <a:ext cx="11731929" cy="45720"/>
              <a:chOff x="201336" y="2978966"/>
              <a:chExt cx="11731929" cy="4572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1AFAC40-B655-DF56-7B0B-DC00C7491862}"/>
                  </a:ext>
                </a:extLst>
              </p:cNvPr>
              <p:cNvSpPr/>
              <p:nvPr/>
            </p:nvSpPr>
            <p:spPr>
              <a:xfrm>
                <a:off x="201336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93F58BAC-1EE3-E88C-A3A7-F1F974620032}"/>
                  </a:ext>
                </a:extLst>
              </p:cNvPr>
              <p:cNvSpPr/>
              <p:nvPr/>
            </p:nvSpPr>
            <p:spPr>
              <a:xfrm>
                <a:off x="2575420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B99D04A-DA64-B23B-C69B-88FDCF883368}"/>
                  </a:ext>
                </a:extLst>
              </p:cNvPr>
              <p:cNvSpPr/>
              <p:nvPr/>
            </p:nvSpPr>
            <p:spPr>
              <a:xfrm>
                <a:off x="4919046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B4FC520-242C-AE8E-236B-883202D67B66}"/>
                  </a:ext>
                </a:extLst>
              </p:cNvPr>
              <p:cNvSpPr/>
              <p:nvPr/>
            </p:nvSpPr>
            <p:spPr>
              <a:xfrm>
                <a:off x="7292108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19194C01-563F-8795-CBA8-53FE4934E35E}"/>
                  </a:ext>
                </a:extLst>
              </p:cNvPr>
              <p:cNvSpPr/>
              <p:nvPr/>
            </p:nvSpPr>
            <p:spPr>
              <a:xfrm>
                <a:off x="9664146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E4BC8A11-97FB-6932-CDD8-5822F1BE8ED0}"/>
              </a:ext>
            </a:extLst>
          </p:cNvPr>
          <p:cNvSpPr txBox="1"/>
          <p:nvPr/>
        </p:nvSpPr>
        <p:spPr>
          <a:xfrm>
            <a:off x="2656629" y="3249575"/>
            <a:ext cx="2047346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67D55-D1F6-8270-A535-58BA29E1FB45}"/>
              </a:ext>
            </a:extLst>
          </p:cNvPr>
          <p:cNvSpPr txBox="1"/>
          <p:nvPr/>
        </p:nvSpPr>
        <p:spPr>
          <a:xfrm>
            <a:off x="3433790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dirty="0">
                <a:solidFill>
                  <a:srgbClr val="6E2FF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  <a:endParaRPr lang="en-US" sz="2100" kern="1200" dirty="0">
              <a:solidFill>
                <a:srgbClr val="6E2FF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1ABA8DA-6B54-CA46-5133-8E6E51D70C6A}"/>
              </a:ext>
            </a:extLst>
          </p:cNvPr>
          <p:cNvSpPr txBox="1"/>
          <p:nvPr/>
        </p:nvSpPr>
        <p:spPr>
          <a:xfrm>
            <a:off x="5846926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rgbClr val="6E2FF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196A6-4C3D-72BC-E04D-11FCF1499620}"/>
              </a:ext>
            </a:extLst>
          </p:cNvPr>
          <p:cNvSpPr txBox="1"/>
          <p:nvPr/>
        </p:nvSpPr>
        <p:spPr>
          <a:xfrm>
            <a:off x="5004576" y="3249575"/>
            <a:ext cx="2154884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49406D-ECC1-F53B-F6BC-99D36154FDFF}"/>
              </a:ext>
            </a:extLst>
          </p:cNvPr>
          <p:cNvSpPr txBox="1"/>
          <p:nvPr/>
        </p:nvSpPr>
        <p:spPr>
          <a:xfrm>
            <a:off x="8206005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rgbClr val="6E2FF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A285B9-1243-9A40-DD66-E1C79558B524}"/>
              </a:ext>
            </a:extLst>
          </p:cNvPr>
          <p:cNvSpPr txBox="1"/>
          <p:nvPr/>
        </p:nvSpPr>
        <p:spPr>
          <a:xfrm>
            <a:off x="7385717" y="3249575"/>
            <a:ext cx="2147012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980481-3AC0-5CCD-974A-059790D657D3}"/>
              </a:ext>
            </a:extLst>
          </p:cNvPr>
          <p:cNvSpPr txBox="1"/>
          <p:nvPr/>
        </p:nvSpPr>
        <p:spPr>
          <a:xfrm>
            <a:off x="10637189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rgbClr val="6E2FF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5BF8C0-00C2-7A7A-3131-D4612199EF8D}"/>
              </a:ext>
            </a:extLst>
          </p:cNvPr>
          <p:cNvSpPr txBox="1"/>
          <p:nvPr/>
        </p:nvSpPr>
        <p:spPr>
          <a:xfrm>
            <a:off x="9750699" y="3249575"/>
            <a:ext cx="2154884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87FC8-2B25-DC62-0F42-384FEF01C475}"/>
              </a:ext>
            </a:extLst>
          </p:cNvPr>
          <p:cNvSpPr txBox="1"/>
          <p:nvPr/>
        </p:nvSpPr>
        <p:spPr>
          <a:xfrm>
            <a:off x="1090571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rgbClr val="6E2FF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79FE02-1CFA-6F65-3C0C-63B0CD4F5E4F}"/>
              </a:ext>
            </a:extLst>
          </p:cNvPr>
          <p:cNvSpPr txBox="1"/>
          <p:nvPr/>
        </p:nvSpPr>
        <p:spPr>
          <a:xfrm>
            <a:off x="311169" y="3249575"/>
            <a:ext cx="2055398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0B45A404-727F-72DB-0A80-98DD7291B9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669280" y="1525551"/>
            <a:ext cx="853440" cy="85344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D68B8BFE-86A2-FC53-C9E7-78D89D9ED7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82236" y="1436438"/>
            <a:ext cx="853440" cy="85344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55DC7804-A180-8A9F-1AEB-A309D296BF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9175" y="1511960"/>
            <a:ext cx="853440" cy="853440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2E476181-6B98-F90F-0E96-79B507A3A3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459543" y="1465440"/>
            <a:ext cx="853440" cy="85344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1BB3D0A9-FCA3-3468-4072-227B3A4542D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30442" y="1507651"/>
            <a:ext cx="853440" cy="85344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37F36961-737D-D2B7-E50B-0F0D489222B7}"/>
              </a:ext>
            </a:extLst>
          </p:cNvPr>
          <p:cNvSpPr/>
          <p:nvPr/>
        </p:nvSpPr>
        <p:spPr>
          <a:xfrm>
            <a:off x="3765688" y="5901179"/>
            <a:ext cx="4575833" cy="838986"/>
          </a:xfrm>
          <a:prstGeom prst="rect">
            <a:avLst/>
          </a:prstGeom>
          <a:solidFill>
            <a:srgbClr val="7233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/>
              <a:t>Additional icons located </a:t>
            </a:r>
            <a:r>
              <a:rPr lang="en-US" dirty="0">
                <a:solidFill>
                  <a:schemeClr val="bg1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33148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CCD06-103B-2DD8-9A5E-DE6974858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F61F6-DED9-2DE5-9708-D71EAC8B17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EBA40-1594-DFBF-52F6-081367C58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3F38FA-BC5C-AF87-D4AE-E29FE2259436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9E0372-8170-F774-7CC0-1DE376F91F13}"/>
              </a:ext>
            </a:extLst>
          </p:cNvPr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ACDC8C1-D451-E299-28FA-6322F1B7EB09}"/>
              </a:ext>
            </a:extLst>
          </p:cNvPr>
          <p:cNvSpPr/>
          <p:nvPr/>
        </p:nvSpPr>
        <p:spPr>
          <a:xfrm>
            <a:off x="693518" y="1611050"/>
            <a:ext cx="2778246" cy="2778246"/>
          </a:xfrm>
          <a:prstGeom prst="ellipse">
            <a:avLst/>
          </a:prstGeom>
          <a:solidFill>
            <a:srgbClr val="6E2FF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FA3B70-296C-8F86-42B6-8BBE2C40248C}"/>
              </a:ext>
            </a:extLst>
          </p:cNvPr>
          <p:cNvSpPr txBox="1"/>
          <p:nvPr/>
        </p:nvSpPr>
        <p:spPr>
          <a:xfrm>
            <a:off x="1197560" y="2123163"/>
            <a:ext cx="1770162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6000" dirty="0">
                <a:solidFill>
                  <a:schemeClr val="bg1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Example stat pullout that can be used on dark backgrounds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8FE0336-BAB8-A8D1-E15A-DB5F6E47A250}"/>
              </a:ext>
            </a:extLst>
          </p:cNvPr>
          <p:cNvSpPr/>
          <p:nvPr/>
        </p:nvSpPr>
        <p:spPr>
          <a:xfrm>
            <a:off x="4726675" y="1611050"/>
            <a:ext cx="2778246" cy="2778246"/>
          </a:xfrm>
          <a:prstGeom prst="ellipse">
            <a:avLst/>
          </a:prstGeom>
          <a:noFill/>
          <a:ln w="19050">
            <a:solidFill>
              <a:srgbClr val="6E2F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086812-0AED-13B4-7A7C-549F47FCF5C6}"/>
              </a:ext>
            </a:extLst>
          </p:cNvPr>
          <p:cNvSpPr txBox="1"/>
          <p:nvPr/>
        </p:nvSpPr>
        <p:spPr>
          <a:xfrm>
            <a:off x="5230717" y="2123163"/>
            <a:ext cx="1770162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6000" dirty="0">
                <a:solidFill>
                  <a:srgbClr val="6E2FF1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+mn-ea"/>
                <a:cs typeface="Arial" panose="020B0604020202020204" pitchFamily="34" charset="0"/>
              </a:rPr>
              <a:t>Example stat pullout that can be used on dark backgrounds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6560C7A-451C-B664-A4E6-E2B293EB6C35}"/>
              </a:ext>
            </a:extLst>
          </p:cNvPr>
          <p:cNvSpPr/>
          <p:nvPr/>
        </p:nvSpPr>
        <p:spPr>
          <a:xfrm>
            <a:off x="8825146" y="1611050"/>
            <a:ext cx="2778246" cy="2778246"/>
          </a:xfrm>
          <a:prstGeom prst="ellipse">
            <a:avLst/>
          </a:prstGeom>
          <a:noFill/>
          <a:ln w="19050">
            <a:solidFill>
              <a:srgbClr val="6E2FF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A6494E-9CF3-3810-8E57-08DC5ECC5FE0}"/>
              </a:ext>
            </a:extLst>
          </p:cNvPr>
          <p:cNvSpPr txBox="1"/>
          <p:nvPr/>
        </p:nvSpPr>
        <p:spPr>
          <a:xfrm>
            <a:off x="9329188" y="2123163"/>
            <a:ext cx="1770162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6000" dirty="0">
                <a:solidFill>
                  <a:srgbClr val="6E2FF1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Example stat pullout that can be used on dark backgrounds</a:t>
            </a:r>
          </a:p>
        </p:txBody>
      </p:sp>
    </p:spTree>
    <p:extLst>
      <p:ext uri="{BB962C8B-B14F-4D97-AF65-F5344CB8AC3E}">
        <p14:creationId xmlns:p14="http://schemas.microsoft.com/office/powerpoint/2010/main" val="30379499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345AE-6CF3-043E-8D89-499637440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Pullouts Keyline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EA9FCF-787D-21B1-A057-016E1D20F90B}"/>
              </a:ext>
            </a:extLst>
          </p:cNvPr>
          <p:cNvSpPr/>
          <p:nvPr/>
        </p:nvSpPr>
        <p:spPr>
          <a:xfrm>
            <a:off x="4327677" y="2789102"/>
            <a:ext cx="3536646" cy="2517952"/>
          </a:xfrm>
          <a:prstGeom prst="rect">
            <a:avLst/>
          </a:prstGeom>
          <a:noFill/>
          <a:ln w="19050">
            <a:gradFill>
              <a:gsLst>
                <a:gs pos="0">
                  <a:srgbClr val="E0D1FC"/>
                </a:gs>
                <a:gs pos="72000">
                  <a:srgbClr val="6E2FF1"/>
                </a:gs>
                <a:gs pos="83000">
                  <a:srgbClr val="6E2FF1"/>
                </a:gs>
                <a:gs pos="100000">
                  <a:srgbClr val="E0D1FC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9A7F21B-678C-34BC-11B9-87CF406566F3}"/>
              </a:ext>
            </a:extLst>
          </p:cNvPr>
          <p:cNvSpPr/>
          <p:nvPr/>
        </p:nvSpPr>
        <p:spPr>
          <a:xfrm>
            <a:off x="8311891" y="1171388"/>
            <a:ext cx="1469630" cy="1469630"/>
          </a:xfrm>
          <a:prstGeom prst="ellipse">
            <a:avLst/>
          </a:prstGeom>
          <a:noFill/>
          <a:ln w="19050">
            <a:gradFill>
              <a:gsLst>
                <a:gs pos="0">
                  <a:srgbClr val="E0D1FC"/>
                </a:gs>
                <a:gs pos="57000">
                  <a:srgbClr val="6E2FF1"/>
                </a:gs>
                <a:gs pos="99000">
                  <a:srgbClr val="E0D1FC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800" dirty="0">
                <a:gradFill>
                  <a:gsLst>
                    <a:gs pos="0">
                      <a:srgbClr val="6E2FF1"/>
                    </a:gs>
                    <a:gs pos="100000">
                      <a:schemeClr val="accent1"/>
                    </a:gs>
                  </a:gsLst>
                  <a:lin ang="8400000" scaled="0"/>
                </a:gra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  <a:endParaRPr lang="en-US" sz="4800" dirty="0">
              <a:gradFill>
                <a:gsLst>
                  <a:gs pos="0">
                    <a:srgbClr val="6E2FF1"/>
                  </a:gs>
                  <a:gs pos="100000">
                    <a:schemeClr val="accent1"/>
                  </a:gs>
                </a:gsLst>
                <a:lin ang="8400000" scaled="0"/>
              </a:gra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D7B677-1009-D086-4E96-05A1E5C5FD1C}"/>
              </a:ext>
            </a:extLst>
          </p:cNvPr>
          <p:cNvSpPr/>
          <p:nvPr/>
        </p:nvSpPr>
        <p:spPr>
          <a:xfrm>
            <a:off x="343463" y="2789102"/>
            <a:ext cx="3536646" cy="2517952"/>
          </a:xfrm>
          <a:prstGeom prst="rect">
            <a:avLst/>
          </a:prstGeom>
          <a:noFill/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CF71ED-FCD2-9C5D-78DC-C410B7F82F73}"/>
              </a:ext>
            </a:extLst>
          </p:cNvPr>
          <p:cNvSpPr/>
          <p:nvPr/>
        </p:nvSpPr>
        <p:spPr>
          <a:xfrm>
            <a:off x="343463" y="1231062"/>
            <a:ext cx="3536646" cy="1409956"/>
          </a:xfrm>
          <a:prstGeom prst="rect">
            <a:avLst/>
          </a:prstGeom>
          <a:noFill/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95F2BD-C08E-6773-FAB9-8A44233956E9}"/>
              </a:ext>
            </a:extLst>
          </p:cNvPr>
          <p:cNvSpPr/>
          <p:nvPr/>
        </p:nvSpPr>
        <p:spPr>
          <a:xfrm>
            <a:off x="4327677" y="1231062"/>
            <a:ext cx="3536646" cy="1409956"/>
          </a:xfrm>
          <a:prstGeom prst="rect">
            <a:avLst/>
          </a:prstGeom>
          <a:noFill/>
          <a:ln w="19050">
            <a:gradFill>
              <a:gsLst>
                <a:gs pos="0">
                  <a:srgbClr val="E0D1FC"/>
                </a:gs>
                <a:gs pos="73000">
                  <a:srgbClr val="6E2FF1"/>
                </a:gs>
                <a:gs pos="100000">
                  <a:srgbClr val="E0D1FC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F2301361-FB8F-2525-7A81-DC8AD9696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5366" y="2984647"/>
            <a:ext cx="861277" cy="581020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4B007589-1400-E029-143F-A960D1947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0395" y="2984647"/>
            <a:ext cx="861277" cy="58102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5F26DDC1-01BE-EB82-3F33-A527D7189085}"/>
              </a:ext>
            </a:extLst>
          </p:cNvPr>
          <p:cNvSpPr/>
          <p:nvPr/>
        </p:nvSpPr>
        <p:spPr>
          <a:xfrm>
            <a:off x="9014839" y="2740914"/>
            <a:ext cx="2566140" cy="2566140"/>
          </a:xfrm>
          <a:prstGeom prst="ellipse">
            <a:avLst/>
          </a:prstGeom>
          <a:noFill/>
          <a:ln w="19050">
            <a:gradFill>
              <a:gsLst>
                <a:gs pos="0">
                  <a:srgbClr val="E0D1FC"/>
                </a:gs>
                <a:gs pos="57000">
                  <a:srgbClr val="6E2FF1"/>
                </a:gs>
                <a:gs pos="100000">
                  <a:srgbClr val="E0D1FC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444FEB-ECFC-A794-5BA5-C245B2234A38}"/>
              </a:ext>
            </a:extLst>
          </p:cNvPr>
          <p:cNvSpPr txBox="1"/>
          <p:nvPr/>
        </p:nvSpPr>
        <p:spPr>
          <a:xfrm>
            <a:off x="9530126" y="3206120"/>
            <a:ext cx="1922494" cy="1390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5400" dirty="0">
                <a:gradFill>
                  <a:gsLst>
                    <a:gs pos="0">
                      <a:srgbClr val="6E2FF1"/>
                    </a:gs>
                    <a:gs pos="100000">
                      <a:schemeClr val="accent1"/>
                    </a:gs>
                  </a:gsLst>
                  <a:lin ang="8400000" scaled="0"/>
                </a:gra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7133F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F6F6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Enter your pullout here</a:t>
            </a:r>
            <a:b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F6F6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F6F6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over two lines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14784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49FC3-DD65-4DEB-5417-7DD44482B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9F970A-43BF-B91E-D4E7-B1D09DBAE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Pullouts Filled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2217A57-1F32-F4AA-7957-45928149AF74}"/>
              </a:ext>
            </a:extLst>
          </p:cNvPr>
          <p:cNvSpPr/>
          <p:nvPr/>
        </p:nvSpPr>
        <p:spPr>
          <a:xfrm>
            <a:off x="8311891" y="1171388"/>
            <a:ext cx="1469630" cy="1469630"/>
          </a:xfrm>
          <a:prstGeom prst="ellipse">
            <a:avLst/>
          </a:prstGeom>
          <a:solidFill>
            <a:schemeClr val="bg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800" dirty="0">
                <a:gradFill>
                  <a:gsLst>
                    <a:gs pos="0">
                      <a:srgbClr val="6E2FF1"/>
                    </a:gs>
                    <a:gs pos="100000">
                      <a:schemeClr val="accent1"/>
                    </a:gs>
                  </a:gsLst>
                  <a:lin ang="8400000" scaled="0"/>
                </a:gra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  <a:endParaRPr lang="en-US" sz="4800" dirty="0">
              <a:gradFill>
                <a:gsLst>
                  <a:gs pos="0">
                    <a:srgbClr val="6E2FF1"/>
                  </a:gs>
                  <a:gs pos="100000">
                    <a:schemeClr val="accent1"/>
                  </a:gs>
                </a:gsLst>
                <a:lin ang="8400000" scaled="0"/>
              </a:gra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C84284D-5037-3E70-76A7-FBF6936751BA}"/>
              </a:ext>
            </a:extLst>
          </p:cNvPr>
          <p:cNvSpPr/>
          <p:nvPr/>
        </p:nvSpPr>
        <p:spPr>
          <a:xfrm>
            <a:off x="9014839" y="2740914"/>
            <a:ext cx="2566140" cy="2566140"/>
          </a:xfrm>
          <a:prstGeom prst="ellipse">
            <a:avLst/>
          </a:prstGeom>
          <a:solidFill>
            <a:schemeClr val="accent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340122-B381-0EB9-7B7E-592E9971B318}"/>
              </a:ext>
            </a:extLst>
          </p:cNvPr>
          <p:cNvSpPr txBox="1"/>
          <p:nvPr/>
        </p:nvSpPr>
        <p:spPr>
          <a:xfrm>
            <a:off x="9530126" y="3206120"/>
            <a:ext cx="1922494" cy="1390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Enter your pullout here</a:t>
            </a:r>
            <a:b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20000"/>
                    <a:lumOff val="8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over two lines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20000"/>
                  <a:lumOff val="80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623C58-0910-48CD-9E4E-68A004C20D39}"/>
              </a:ext>
            </a:extLst>
          </p:cNvPr>
          <p:cNvSpPr/>
          <p:nvPr/>
        </p:nvSpPr>
        <p:spPr>
          <a:xfrm>
            <a:off x="4327677" y="2789102"/>
            <a:ext cx="3536646" cy="2517952"/>
          </a:xfrm>
          <a:prstGeom prst="rect">
            <a:avLst/>
          </a:prstGeom>
          <a:solidFill>
            <a:srgbClr val="6E2F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F1AEC3-B1F6-21EC-270C-ED9FDFFC035E}"/>
              </a:ext>
            </a:extLst>
          </p:cNvPr>
          <p:cNvSpPr/>
          <p:nvPr/>
        </p:nvSpPr>
        <p:spPr>
          <a:xfrm>
            <a:off x="4328041" y="1231062"/>
            <a:ext cx="3536646" cy="14099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786E3927-8EF6-E536-04AD-05988BA65C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5366" y="2984647"/>
            <a:ext cx="861277" cy="58102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3F55BC1-52FB-48B8-6ECB-D09F6A14DC49}"/>
              </a:ext>
            </a:extLst>
          </p:cNvPr>
          <p:cNvSpPr/>
          <p:nvPr/>
        </p:nvSpPr>
        <p:spPr>
          <a:xfrm>
            <a:off x="343463" y="2789102"/>
            <a:ext cx="3536646" cy="251795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6A9E58-6115-1528-0CE6-5034D9205408}"/>
              </a:ext>
            </a:extLst>
          </p:cNvPr>
          <p:cNvSpPr/>
          <p:nvPr/>
        </p:nvSpPr>
        <p:spPr>
          <a:xfrm>
            <a:off x="343463" y="1231062"/>
            <a:ext cx="3536646" cy="14099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4A1BBEEE-29AB-FBFD-6247-95F37F33B5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0395" y="2984647"/>
            <a:ext cx="861277" cy="5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76763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A0E83-BC0B-074F-8049-D06ADA8DF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333375"/>
            <a:ext cx="11233150" cy="421005"/>
          </a:xfrm>
        </p:spPr>
        <p:txBody>
          <a:bodyPr>
            <a:normAutofit/>
          </a:bodyPr>
          <a:lstStyle/>
          <a:p>
            <a:r>
              <a:rPr lang="en-US"/>
              <a:t>Color Palette</a:t>
            </a:r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67A09B9-FA93-E2C2-C7D9-6F6E5FBE8DC0}"/>
              </a:ext>
            </a:extLst>
          </p:cNvPr>
          <p:cNvGrpSpPr/>
          <p:nvPr/>
        </p:nvGrpSpPr>
        <p:grpSpPr>
          <a:xfrm>
            <a:off x="2148258" y="1226351"/>
            <a:ext cx="7881938" cy="4598590"/>
            <a:chOff x="1802966" y="1273003"/>
            <a:chExt cx="7881938" cy="4598590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FACFCE3-662F-5801-7796-A70C3831ECD8}"/>
                </a:ext>
              </a:extLst>
            </p:cNvPr>
            <p:cNvSpPr txBox="1"/>
            <p:nvPr/>
          </p:nvSpPr>
          <p:spPr>
            <a:xfrm>
              <a:off x="1802966" y="2281565"/>
              <a:ext cx="1695450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8, 2, 37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080225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8730800-0A76-912D-A03C-314EC57B416C}"/>
                </a:ext>
              </a:extLst>
            </p:cNvPr>
            <p:cNvSpPr txBox="1"/>
            <p:nvPr/>
          </p:nvSpPr>
          <p:spPr>
            <a:xfrm>
              <a:off x="4895416" y="2281565"/>
              <a:ext cx="1695450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111, 111, 111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6F6F6F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BB8E74C-0EEB-1E88-5F0B-EE6D11FD9940}"/>
                </a:ext>
              </a:extLst>
            </p:cNvPr>
            <p:cNvSpPr txBox="1"/>
            <p:nvPr/>
          </p:nvSpPr>
          <p:spPr>
            <a:xfrm>
              <a:off x="1802966" y="3916827"/>
              <a:ext cx="1695450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114, 51, 247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7233F7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80512C-F994-602D-0F7D-3F4B5CCB75B9}"/>
                </a:ext>
              </a:extLst>
            </p:cNvPr>
            <p:cNvSpPr txBox="1"/>
            <p:nvPr/>
          </p:nvSpPr>
          <p:spPr>
            <a:xfrm>
              <a:off x="4895416" y="3916827"/>
              <a:ext cx="1695450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0, 87, 255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0057FF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96DBAC5-8CDF-52D3-78D6-2DD898D19CEF}"/>
                </a:ext>
              </a:extLst>
            </p:cNvPr>
            <p:cNvSpPr txBox="1"/>
            <p:nvPr/>
          </p:nvSpPr>
          <p:spPr>
            <a:xfrm>
              <a:off x="3139629" y="5539194"/>
              <a:ext cx="1695450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255, 174, 45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FFAE2D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B977973-D095-1D6C-7E7D-091B2BC51467}"/>
                </a:ext>
              </a:extLst>
            </p:cNvPr>
            <p:cNvSpPr txBox="1"/>
            <p:nvPr/>
          </p:nvSpPr>
          <p:spPr>
            <a:xfrm>
              <a:off x="7987866" y="2281565"/>
              <a:ext cx="1697038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243, 243, 243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F3F3F3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9F058DF-DE5A-2E4C-554D-D7B474978CB3}"/>
                </a:ext>
              </a:extLst>
            </p:cNvPr>
            <p:cNvSpPr txBox="1"/>
            <p:nvPr/>
          </p:nvSpPr>
          <p:spPr>
            <a:xfrm>
              <a:off x="7987866" y="3916827"/>
              <a:ext cx="1697038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2, 234, 234</a:t>
              </a:r>
              <a:b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02EAEA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A836437-6FE3-61CF-C1E0-819E2E5435B7}"/>
                </a:ext>
              </a:extLst>
            </p:cNvPr>
            <p:cNvSpPr txBox="1"/>
            <p:nvPr/>
          </p:nvSpPr>
          <p:spPr>
            <a:xfrm>
              <a:off x="6232079" y="5539194"/>
              <a:ext cx="1697038" cy="332399"/>
            </a:xfrm>
            <a:prstGeom prst="rect">
              <a:avLst/>
            </a:prstGeom>
            <a:noFill/>
          </p:spPr>
          <p:txBody>
            <a:bodyPr lIns="0" tIns="0" rIns="0" bIns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RGB: </a:t>
              </a: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242, 100, 25</a:t>
              </a:r>
              <a:b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0" lang="en-GB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80224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Hex: F26419</a:t>
              </a:r>
              <a:endPara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80224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E77A4D3-973C-74C7-4645-9986603ED427}"/>
                </a:ext>
              </a:extLst>
            </p:cNvPr>
            <p:cNvSpPr/>
            <p:nvPr/>
          </p:nvSpPr>
          <p:spPr>
            <a:xfrm>
              <a:off x="2219790" y="1273003"/>
              <a:ext cx="902482" cy="902482"/>
            </a:xfrm>
            <a:prstGeom prst="ellipse">
              <a:avLst/>
            </a:prstGeom>
            <a:solidFill>
              <a:schemeClr val="tx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2FF88E0-4E30-C5A5-AC1D-9E529FCFC881}"/>
                </a:ext>
              </a:extLst>
            </p:cNvPr>
            <p:cNvSpPr/>
            <p:nvPr/>
          </p:nvSpPr>
          <p:spPr>
            <a:xfrm>
              <a:off x="5312240" y="1273003"/>
              <a:ext cx="902482" cy="902482"/>
            </a:xfrm>
            <a:prstGeom prst="ellipse">
              <a:avLst/>
            </a:prstGeom>
            <a:solidFill>
              <a:schemeClr val="accent6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D82DFC1-6262-6B72-770D-F2FB3AECDC8A}"/>
                </a:ext>
              </a:extLst>
            </p:cNvPr>
            <p:cNvSpPr/>
            <p:nvPr/>
          </p:nvSpPr>
          <p:spPr>
            <a:xfrm>
              <a:off x="8414215" y="1273003"/>
              <a:ext cx="902482" cy="902482"/>
            </a:xfrm>
            <a:prstGeom prst="ellipse">
              <a:avLst/>
            </a:prstGeom>
            <a:solidFill>
              <a:schemeClr val="bg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68FBDB9F-BEC8-38CC-21BD-DFA1FD1F3403}"/>
                </a:ext>
              </a:extLst>
            </p:cNvPr>
            <p:cNvSpPr/>
            <p:nvPr/>
          </p:nvSpPr>
          <p:spPr>
            <a:xfrm>
              <a:off x="2219790" y="2914261"/>
              <a:ext cx="902482" cy="902482"/>
            </a:xfrm>
            <a:prstGeom prst="ellipse">
              <a:avLst/>
            </a:prstGeom>
            <a:solidFill>
              <a:srgbClr val="6E2FF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9B6272F8-0036-F61C-66AA-77046DB3B743}"/>
                </a:ext>
              </a:extLst>
            </p:cNvPr>
            <p:cNvSpPr/>
            <p:nvPr/>
          </p:nvSpPr>
          <p:spPr>
            <a:xfrm>
              <a:off x="5312240" y="2914261"/>
              <a:ext cx="902482" cy="902482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6FBA1C9-D052-52C7-3FA9-12C1B4446C06}"/>
                </a:ext>
              </a:extLst>
            </p:cNvPr>
            <p:cNvSpPr/>
            <p:nvPr/>
          </p:nvSpPr>
          <p:spPr>
            <a:xfrm>
              <a:off x="8414215" y="2914261"/>
              <a:ext cx="902482" cy="902482"/>
            </a:xfrm>
            <a:prstGeom prst="ellipse">
              <a:avLst/>
            </a:prstGeom>
            <a:solidFill>
              <a:schemeClr val="accent4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B95CA8B-D07C-7013-0C33-7D5705432DAE}"/>
                </a:ext>
              </a:extLst>
            </p:cNvPr>
            <p:cNvSpPr/>
            <p:nvPr/>
          </p:nvSpPr>
          <p:spPr>
            <a:xfrm>
              <a:off x="3556453" y="4547779"/>
              <a:ext cx="902482" cy="902482"/>
            </a:xfrm>
            <a:prstGeom prst="ellipse">
              <a:avLst/>
            </a:prstGeom>
            <a:solidFill>
              <a:schemeClr val="accent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9DC3EF40-4A6C-264C-AF36-6C8EDBD211EB}"/>
                </a:ext>
              </a:extLst>
            </p:cNvPr>
            <p:cNvSpPr/>
            <p:nvPr/>
          </p:nvSpPr>
          <p:spPr>
            <a:xfrm>
              <a:off x="6658428" y="4547779"/>
              <a:ext cx="902482" cy="902482"/>
            </a:xfrm>
            <a:prstGeom prst="ellipse">
              <a:avLst/>
            </a:prstGeom>
            <a:solidFill>
              <a:schemeClr val="accent5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519968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5C0CD-5F50-3D4C-281F-CBD4582F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2C4C2A-2EAB-DE7A-8B5A-9BE06FCA67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41A16-52E0-75A0-5630-0270106D32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8578B4-E169-85B9-5F53-8E697D28D7F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DD51A9-9C39-9E6F-B286-36863C0226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0" name="Content Placeholder 11">
            <a:extLst>
              <a:ext uri="{FF2B5EF4-FFF2-40B4-BE49-F238E27FC236}">
                <a16:creationId xmlns:a16="http://schemas.microsoft.com/office/drawing/2014/main" id="{8D9B4C89-BA7F-5E50-CD7B-9C893F0141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537913"/>
              </p:ext>
            </p:extLst>
          </p:nvPr>
        </p:nvGraphicFramePr>
        <p:xfrm>
          <a:off x="567521" y="2171746"/>
          <a:ext cx="3196451" cy="3889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ontent Placeholder 11">
            <a:extLst>
              <a:ext uri="{FF2B5EF4-FFF2-40B4-BE49-F238E27FC236}">
                <a16:creationId xmlns:a16="http://schemas.microsoft.com/office/drawing/2014/main" id="{4EA406EC-8436-02E4-0412-C36AAC6972E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74544765"/>
              </p:ext>
            </p:extLst>
          </p:nvPr>
        </p:nvGraphicFramePr>
        <p:xfrm>
          <a:off x="4506475" y="2171746"/>
          <a:ext cx="3196451" cy="3889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A2D67A50-6DD5-0FED-CC94-D2E3F7D5437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15663693"/>
              </p:ext>
            </p:extLst>
          </p:nvPr>
        </p:nvGraphicFramePr>
        <p:xfrm>
          <a:off x="8396838" y="2171746"/>
          <a:ext cx="3196451" cy="3889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4421125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6C49B-D519-EAE6-3E8B-ABC06A3C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B561C7-2A7C-8F10-2F68-E60E615892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50B583F2-4B78-0637-153E-3FC3C7246BD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5169171"/>
              </p:ext>
            </p:extLst>
          </p:nvPr>
        </p:nvGraphicFramePr>
        <p:xfrm>
          <a:off x="537653" y="1629149"/>
          <a:ext cx="10895013" cy="41249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304291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0B5D-0D99-D7E5-F58B-360B655C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01EEA8-8B40-D8AF-E3F7-453D37E1AA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61343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61FA1-494B-B701-840F-C4F0F8A71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1CB116-48F8-DE23-EDEF-EC3E062A3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042564-E158-D8FC-037E-EF2E4F121E6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0608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8801B-8EF2-9873-1961-F7A2BC859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3E0028-7650-F6B5-E4E9-551B9C152E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998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5ACF9-1B05-A027-F6FE-9B010D47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A9FC6-9713-6C96-48FD-6BF91D0C3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02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97AE8-DA13-40DF-BEA8-A119D5E5C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13FA9-7E00-036E-A595-2853606607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4CB4AF-8A0F-83D3-730F-86EE802E4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4603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C41C5C-8298-F467-E57A-230B3F45A5DE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0B030-D495-71E6-D71B-52ABC8869545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04304F-4634-6011-5674-B48912F6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AA74D7-05DC-8BA2-D2D9-06824223ED2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C04497-DB7E-DC4F-1592-CE30BB57AA4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8DFD6B-E015-3BFA-F3DB-370275CE48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642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2FEF5-BBCD-2878-B0EE-7B7EBCBC8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C876-6CF5-8D07-9685-0045B79406AB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D4E2E-46CB-7867-6553-9DA3AC927691}"/>
              </a:ext>
            </a:extLst>
          </p:cNvPr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03102-9B8C-AA27-0445-22AD8FC9AB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06686B8-4DD8-C6AA-9656-8E1AD50A9B3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FA0679C-C998-5753-AE4F-A11ECB43A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AEAAE17-BE18-A831-3557-A036F4FA89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899A146-BD9A-49FF-8190-8E22A96D35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6574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D17F71-E882-1819-0130-039BFE3E2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BF148-7241-DCB0-311A-E576B7BD11E5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2E626A-2404-4D1E-72BB-19618AF86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06FB5F-97F8-340A-9A2B-BC7B2C9099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60488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1EE17C0-B4A2-C9D9-DDCD-AF8F4D5D041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6EF27-C687-9C18-8C02-3BCF0D7FDCBE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0987EE-FE4B-A49B-90E5-2A8ED239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07849B-39D0-90AC-C4D0-43603B20BE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040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6B7F4A-1934-31B0-895D-26D775034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DA61D2-7985-A3DB-4312-ED6682D3595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54DB29-AF3A-2636-00A0-44A1CE534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CBB79A-2E4B-F2B7-36E3-EB02C549D6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8914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Placeholder 1">
            <a:extLst>
              <a:ext uri="{FF2B5EF4-FFF2-40B4-BE49-F238E27FC236}">
                <a16:creationId xmlns:a16="http://schemas.microsoft.com/office/drawing/2014/main" id="{3A4FFB28-05C4-9772-B87E-E45DB0BF8083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749CA5-2911-3696-41E3-678B0E41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83758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DEC27-14D4-89D5-FEEF-E3C629232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71384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4C5B6-4792-FC04-182D-8E8B0552C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8171A-19C6-794A-8416-8213BFE99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54C15-BA85-1B96-E105-52D5A6B987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1</a:t>
            </a:r>
          </a:p>
          <a:p>
            <a:r>
              <a:rPr lang="en-US" dirty="0"/>
              <a:t>2</a:t>
            </a:r>
          </a:p>
          <a:p>
            <a:r>
              <a:rPr lang="en-US" dirty="0"/>
              <a:t>3</a:t>
            </a:r>
          </a:p>
          <a:p>
            <a:r>
              <a:rPr lang="en-US" dirty="0"/>
              <a:t>4</a:t>
            </a:r>
          </a:p>
          <a:p>
            <a:r>
              <a:rPr lang="en-US" dirty="0"/>
              <a:t>5</a:t>
            </a:r>
          </a:p>
          <a:p>
            <a:r>
              <a:rPr lang="en-US" dirty="0"/>
              <a:t>6</a:t>
            </a:r>
          </a:p>
          <a:p>
            <a:r>
              <a:rPr lang="en-US" dirty="0"/>
              <a:t>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324528-46F5-B003-97C7-A0C504FC1EE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Topic</a:t>
            </a:r>
          </a:p>
          <a:p>
            <a:r>
              <a:rPr lang="en-US" dirty="0"/>
              <a:t>Topic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  <a:p>
            <a:r>
              <a:rPr lang="en-US" dirty="0"/>
              <a:t>Topic </a:t>
            </a:r>
          </a:p>
        </p:txBody>
      </p:sp>
    </p:spTree>
    <p:extLst>
      <p:ext uri="{BB962C8B-B14F-4D97-AF65-F5344CB8AC3E}">
        <p14:creationId xmlns:p14="http://schemas.microsoft.com/office/powerpoint/2010/main" val="3293211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25771-82AB-32AD-092D-9BB43FEE2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9CCAA-1DB2-B279-B2A6-A1E5624BE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in-person event slide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93B40C-F08C-B5F3-3DE9-A8F6F022784F}"/>
              </a:ext>
            </a:extLst>
          </p:cNvPr>
          <p:cNvSpPr txBox="1"/>
          <p:nvPr/>
        </p:nvSpPr>
        <p:spPr>
          <a:xfrm>
            <a:off x="2705493" y="1150397"/>
            <a:ext cx="7627227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en-GB" sz="2800" dirty="0">
                <a:gradFill>
                  <a:gsLst>
                    <a:gs pos="0">
                      <a:srgbClr val="00EAE7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0" scaled="0"/>
                </a:gradFill>
                <a:latin typeface="Arial" panose="020B0604020202020204" pitchFamily="34" charset="0"/>
                <a:cs typeface="Arial" panose="020B0604020202020204" pitchFamily="34" charset="0"/>
              </a:rPr>
              <a:t>A really long presentation title that spans multiple lines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6C0792-1B5E-82EB-C8F7-A7C2E1AD880B}"/>
              </a:ext>
            </a:extLst>
          </p:cNvPr>
          <p:cNvSpPr txBox="1"/>
          <p:nvPr/>
        </p:nvSpPr>
        <p:spPr>
          <a:xfrm>
            <a:off x="345019" y="1259812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9:00 – 10:00 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4CDF82-49CC-6725-8A45-902549206EAF}"/>
              </a:ext>
            </a:extLst>
          </p:cNvPr>
          <p:cNvSpPr txBox="1"/>
          <p:nvPr/>
        </p:nvSpPr>
        <p:spPr>
          <a:xfrm>
            <a:off x="2710515" y="2012171"/>
            <a:ext cx="320951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Speaker Name</a:t>
            </a:r>
            <a:endParaRPr lang="en-GB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49A034-66D1-572F-6C08-1DBF36BD8DA6}"/>
              </a:ext>
            </a:extLst>
          </p:cNvPr>
          <p:cNvSpPr txBox="1"/>
          <p:nvPr/>
        </p:nvSpPr>
        <p:spPr>
          <a:xfrm>
            <a:off x="2705493" y="2424141"/>
            <a:ext cx="7627227" cy="1354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lvl="0">
              <a:defRPr/>
            </a:pPr>
            <a:r>
              <a:rPr lang="en-GB" sz="2800" dirty="0">
                <a:gradFill>
                  <a:gsLst>
                    <a:gs pos="0">
                      <a:srgbClr val="00EAE7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0" scaled="0"/>
                </a:gradFill>
                <a:latin typeface="Arial" panose="020B0604020202020204" pitchFamily="34" charset="0"/>
                <a:cs typeface="Arial" panose="020B0604020202020204" pitchFamily="34" charset="0"/>
              </a:rPr>
              <a:t>A really long presentation title that spans multiple lines</a:t>
            </a:r>
          </a:p>
          <a:p>
            <a:pPr lvl="0">
              <a:defRPr/>
            </a:pPr>
            <a:endParaRPr lang="en-GB" sz="2800" dirty="0">
              <a:gradFill>
                <a:gsLst>
                  <a:gs pos="0">
                    <a:srgbClr val="00EAE7"/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0" scaled="0"/>
              </a:gra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19BC53-C84F-A7C5-E177-50A8FC7A5519}"/>
              </a:ext>
            </a:extLst>
          </p:cNvPr>
          <p:cNvSpPr txBox="1"/>
          <p:nvPr/>
        </p:nvSpPr>
        <p:spPr>
          <a:xfrm>
            <a:off x="334962" y="2535740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11:33 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CD77A-54B1-8F37-1D0A-D22D259F819B}"/>
              </a:ext>
            </a:extLst>
          </p:cNvPr>
          <p:cNvSpPr txBox="1"/>
          <p:nvPr/>
        </p:nvSpPr>
        <p:spPr>
          <a:xfrm>
            <a:off x="334962" y="803102"/>
            <a:ext cx="6094070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600" normalizeH="0" baseline="0" noProof="0" dirty="0">
                <a:ln>
                  <a:noFill/>
                </a:ln>
                <a:solidFill>
                  <a:srgbClr val="A883F7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TUESDAY, OCTOBER 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C323D3-3302-23E4-FCCC-CE0AA059B216}"/>
              </a:ext>
            </a:extLst>
          </p:cNvPr>
          <p:cNvSpPr txBox="1"/>
          <p:nvPr/>
        </p:nvSpPr>
        <p:spPr>
          <a:xfrm>
            <a:off x="334962" y="3407406"/>
            <a:ext cx="6094070" cy="27699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600" normalizeH="0" baseline="0" noProof="0" dirty="0">
                <a:ln>
                  <a:noFill/>
                </a:ln>
                <a:solidFill>
                  <a:srgbClr val="A883F7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WEDNESDAY, OCTOBER 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C61E89-9F14-4AA0-DE55-A93573D4222C}"/>
              </a:ext>
            </a:extLst>
          </p:cNvPr>
          <p:cNvSpPr txBox="1"/>
          <p:nvPr/>
        </p:nvSpPr>
        <p:spPr>
          <a:xfrm>
            <a:off x="2705493" y="3777850"/>
            <a:ext cx="7627227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lang="en-GB" sz="2800" dirty="0">
                <a:gradFill>
                  <a:gsLst>
                    <a:gs pos="0">
                      <a:srgbClr val="00EAE7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0" scaled="0"/>
                </a:gradFill>
                <a:latin typeface="Arial" panose="020B0604020202020204" pitchFamily="34" charset="0"/>
                <a:cs typeface="Arial" panose="020B0604020202020204" pitchFamily="34" charset="0"/>
              </a:rPr>
              <a:t>A really long presentation title that spans multiple lines</a:t>
            </a:r>
          </a:p>
          <a:p>
            <a:pPr lvl="0">
              <a:defRPr/>
            </a:pPr>
            <a:endParaRPr lang="en-GB" sz="2800" dirty="0">
              <a:gradFill>
                <a:gsLst>
                  <a:gs pos="0">
                    <a:srgbClr val="00EAE7"/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0" scaled="0"/>
              </a:gra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D84796-D288-93B8-740F-EDD10A78EE95}"/>
              </a:ext>
            </a:extLst>
          </p:cNvPr>
          <p:cNvSpPr txBox="1"/>
          <p:nvPr/>
        </p:nvSpPr>
        <p:spPr>
          <a:xfrm>
            <a:off x="345019" y="3887265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8:00 AM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4B1888-EBA0-CEA4-4247-3EFD1EDF0C4C}"/>
              </a:ext>
            </a:extLst>
          </p:cNvPr>
          <p:cNvSpPr txBox="1"/>
          <p:nvPr/>
        </p:nvSpPr>
        <p:spPr>
          <a:xfrm>
            <a:off x="2710515" y="4639624"/>
            <a:ext cx="78918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Speaker Name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EA50D7-0095-9C46-7C46-A2C9753FC6FD}"/>
              </a:ext>
            </a:extLst>
          </p:cNvPr>
          <p:cNvSpPr txBox="1"/>
          <p:nvPr/>
        </p:nvSpPr>
        <p:spPr>
          <a:xfrm>
            <a:off x="2705493" y="5120513"/>
            <a:ext cx="803163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0">
                      <a:srgbClr val="00EAE7"/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0" scaled="0"/>
                </a:gra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Presentation title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gradFill>
                <a:gsLst>
                  <a:gs pos="0">
                    <a:srgbClr val="00EAE7"/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0" scaled="0"/>
              </a:gra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B65D25-35E6-5364-41FA-C4BCE812B17B}"/>
              </a:ext>
            </a:extLst>
          </p:cNvPr>
          <p:cNvSpPr txBox="1"/>
          <p:nvPr/>
        </p:nvSpPr>
        <p:spPr>
          <a:xfrm>
            <a:off x="345019" y="5229928"/>
            <a:ext cx="2219702" cy="290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8:35 AM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110808-C4A6-64AF-2067-48CD1B403243}"/>
              </a:ext>
            </a:extLst>
          </p:cNvPr>
          <p:cNvSpPr txBox="1"/>
          <p:nvPr/>
        </p:nvSpPr>
        <p:spPr>
          <a:xfrm>
            <a:off x="2710515" y="5616790"/>
            <a:ext cx="78918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Speaker Name</a:t>
            </a: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93359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D870-EF19-F11B-8720-89EFD3767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4532B-F47D-60B8-5B4F-67ECB39A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template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47114B5-095F-6D31-0F34-D4F707508344}"/>
              </a:ext>
            </a:extLst>
          </p:cNvPr>
          <p:cNvCxnSpPr>
            <a:cxnSpLocks/>
          </p:cNvCxnSpPr>
          <p:nvPr/>
        </p:nvCxnSpPr>
        <p:spPr>
          <a:xfrm flipV="1">
            <a:off x="514299" y="2943222"/>
            <a:ext cx="11053814" cy="24776"/>
          </a:xfrm>
          <a:prstGeom prst="line">
            <a:avLst/>
          </a:prstGeom>
          <a:ln w="12700"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7B86067-B065-6AEA-265F-0031DADCC140}"/>
              </a:ext>
            </a:extLst>
          </p:cNvPr>
          <p:cNvCxnSpPr>
            <a:cxnSpLocks/>
          </p:cNvCxnSpPr>
          <p:nvPr/>
        </p:nvCxnSpPr>
        <p:spPr>
          <a:xfrm>
            <a:off x="996256" y="3127504"/>
            <a:ext cx="0" cy="32685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A5C8B34-4887-41A5-BF6B-9BCEF356D505}"/>
              </a:ext>
            </a:extLst>
          </p:cNvPr>
          <p:cNvSpPr txBox="1"/>
          <p:nvPr/>
        </p:nvSpPr>
        <p:spPr>
          <a:xfrm>
            <a:off x="334963" y="3838988"/>
            <a:ext cx="2584041" cy="89563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5D3FF-A9FB-B7DD-FA50-DC084FDB13DC}"/>
              </a:ext>
            </a:extLst>
          </p:cNvPr>
          <p:cNvSpPr txBox="1"/>
          <p:nvPr/>
        </p:nvSpPr>
        <p:spPr>
          <a:xfrm>
            <a:off x="334963" y="3546687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600" kern="1200" dirty="0">
                <a:solidFill>
                  <a:srgbClr val="A883F7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 here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2C8A54-90F5-E5A9-E4BD-92A3CA5655D4}"/>
              </a:ext>
            </a:extLst>
          </p:cNvPr>
          <p:cNvSpPr txBox="1"/>
          <p:nvPr/>
        </p:nvSpPr>
        <p:spPr>
          <a:xfrm>
            <a:off x="2519920" y="1256500"/>
            <a:ext cx="1805672" cy="12280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Lorem ipsum dolor sit</a:t>
            </a:r>
          </a:p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amet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consectetur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adipiscing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elit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Consectetur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adipiscing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elit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quisque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</a:p>
          <a:p>
            <a:pPr marL="1714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</a:t>
            </a:r>
            <a:r>
              <a:rPr lang="en-US" sz="1200" kern="1200" dirty="0" err="1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aucibus</a:t>
            </a:r>
            <a:r>
              <a:rPr lang="en-US" sz="120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2A8AEE-23A3-1719-F2A0-0101A24C1595}"/>
              </a:ext>
            </a:extLst>
          </p:cNvPr>
          <p:cNvSpPr txBox="1"/>
          <p:nvPr/>
        </p:nvSpPr>
        <p:spPr>
          <a:xfrm>
            <a:off x="7104978" y="950994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A883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Title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2ABD6C-C8FD-0FF1-8563-D1ED3B10955D}"/>
              </a:ext>
            </a:extLst>
          </p:cNvPr>
          <p:cNvSpPr txBox="1"/>
          <p:nvPr/>
        </p:nvSpPr>
        <p:spPr>
          <a:xfrm>
            <a:off x="2519920" y="964246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A883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Title here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970244-F325-5086-0E99-707978AA4A51}"/>
              </a:ext>
            </a:extLst>
          </p:cNvPr>
          <p:cNvSpPr txBox="1"/>
          <p:nvPr/>
        </p:nvSpPr>
        <p:spPr>
          <a:xfrm>
            <a:off x="4586870" y="3546687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A883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Title here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5EFBD8-07DB-D714-130F-39C02F55A8BB}"/>
              </a:ext>
            </a:extLst>
          </p:cNvPr>
          <p:cNvSpPr txBox="1"/>
          <p:nvPr/>
        </p:nvSpPr>
        <p:spPr>
          <a:xfrm>
            <a:off x="4586870" y="3876473"/>
            <a:ext cx="2458455" cy="106182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16E224-2D46-EC75-81BC-C148975F9DC1}"/>
              </a:ext>
            </a:extLst>
          </p:cNvPr>
          <p:cNvSpPr txBox="1"/>
          <p:nvPr/>
        </p:nvSpPr>
        <p:spPr>
          <a:xfrm>
            <a:off x="7104978" y="1251095"/>
            <a:ext cx="1960173" cy="12280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62DFAF-1E76-5311-E089-F76A9C5B6567}"/>
              </a:ext>
            </a:extLst>
          </p:cNvPr>
          <p:cNvSpPr txBox="1"/>
          <p:nvPr/>
        </p:nvSpPr>
        <p:spPr>
          <a:xfrm>
            <a:off x="8851613" y="3546687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A883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Title here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858ED7-AEB6-60C4-69E0-C82414528D1D}"/>
              </a:ext>
            </a:extLst>
          </p:cNvPr>
          <p:cNvSpPr txBox="1"/>
          <p:nvPr/>
        </p:nvSpPr>
        <p:spPr>
          <a:xfrm>
            <a:off x="8851613" y="3862289"/>
            <a:ext cx="2356021" cy="106182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16C0425-825A-D5B1-5D34-F61E76936B67}"/>
              </a:ext>
            </a:extLst>
          </p:cNvPr>
          <p:cNvSpPr/>
          <p:nvPr/>
        </p:nvSpPr>
        <p:spPr>
          <a:xfrm>
            <a:off x="632507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2021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6CDB4EE-5526-BD66-4381-0CBAB186FB35}"/>
              </a:ext>
            </a:extLst>
          </p:cNvPr>
          <p:cNvSpPr/>
          <p:nvPr/>
        </p:nvSpPr>
        <p:spPr>
          <a:xfrm>
            <a:off x="2927352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C08A47C-37A2-206A-C16C-5B80FEB3FEF7}"/>
              </a:ext>
            </a:extLst>
          </p:cNvPr>
          <p:cNvSpPr/>
          <p:nvPr/>
        </p:nvSpPr>
        <p:spPr>
          <a:xfrm>
            <a:off x="5222197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2023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98D7A40-38F6-1EAF-504B-482B8EB2A875}"/>
              </a:ext>
            </a:extLst>
          </p:cNvPr>
          <p:cNvSpPr/>
          <p:nvPr/>
        </p:nvSpPr>
        <p:spPr>
          <a:xfrm>
            <a:off x="7517042" y="2831966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2024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FB5D76E-71B0-DC44-4660-E45E1642CFDB}"/>
              </a:ext>
            </a:extLst>
          </p:cNvPr>
          <p:cNvCxnSpPr>
            <a:cxnSpLocks/>
          </p:cNvCxnSpPr>
          <p:nvPr/>
        </p:nvCxnSpPr>
        <p:spPr>
          <a:xfrm>
            <a:off x="3275630" y="2511278"/>
            <a:ext cx="0" cy="32685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B8BE337-8786-1A51-10F4-E4288E638E80}"/>
              </a:ext>
            </a:extLst>
          </p:cNvPr>
          <p:cNvCxnSpPr>
            <a:cxnSpLocks/>
          </p:cNvCxnSpPr>
          <p:nvPr/>
        </p:nvCxnSpPr>
        <p:spPr>
          <a:xfrm>
            <a:off x="5587353" y="3120878"/>
            <a:ext cx="0" cy="32685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CE9700-2DFF-5150-DCDD-BAF092798C7F}"/>
              </a:ext>
            </a:extLst>
          </p:cNvPr>
          <p:cNvCxnSpPr>
            <a:cxnSpLocks/>
          </p:cNvCxnSpPr>
          <p:nvPr/>
        </p:nvCxnSpPr>
        <p:spPr>
          <a:xfrm>
            <a:off x="7874572" y="2491400"/>
            <a:ext cx="0" cy="32685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0B25D2A-344E-47D8-902A-41095C4CB58C}"/>
              </a:ext>
            </a:extLst>
          </p:cNvPr>
          <p:cNvCxnSpPr>
            <a:cxnSpLocks/>
          </p:cNvCxnSpPr>
          <p:nvPr/>
        </p:nvCxnSpPr>
        <p:spPr>
          <a:xfrm>
            <a:off x="9627833" y="2943222"/>
            <a:ext cx="0" cy="50451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6">
            <a:extLst>
              <a:ext uri="{FF2B5EF4-FFF2-40B4-BE49-F238E27FC236}">
                <a16:creationId xmlns:a16="http://schemas.microsoft.com/office/drawing/2014/main" id="{20348628-29E3-DE0C-1F0F-B3983896105F}"/>
              </a:ext>
            </a:extLst>
          </p:cNvPr>
          <p:cNvSpPr/>
          <p:nvPr/>
        </p:nvSpPr>
        <p:spPr>
          <a:xfrm>
            <a:off x="9811888" y="2810002"/>
            <a:ext cx="700797" cy="2664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gradFill>
              <a:gsLst>
                <a:gs pos="0">
                  <a:schemeClr val="accent4"/>
                </a:gs>
                <a:gs pos="100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lvl="0" algn="ctr">
              <a:defRPr/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2025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3E19FD-B5E1-9335-3E23-15A1C5D6AE07}"/>
              </a:ext>
            </a:extLst>
          </p:cNvPr>
          <p:cNvSpPr txBox="1"/>
          <p:nvPr/>
        </p:nvSpPr>
        <p:spPr>
          <a:xfrm>
            <a:off x="10741806" y="950994"/>
            <a:ext cx="880434" cy="2215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600" dirty="0">
                <a:solidFill>
                  <a:srgbClr val="A883F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Title here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5341C-8C77-5A96-3C67-7B5FD20FCE08}"/>
              </a:ext>
            </a:extLst>
          </p:cNvPr>
          <p:cNvSpPr txBox="1"/>
          <p:nvPr/>
        </p:nvSpPr>
        <p:spPr>
          <a:xfrm>
            <a:off x="10745486" y="1251095"/>
            <a:ext cx="1338267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A688E9-F485-0BF5-BA84-7697CE69714B}"/>
              </a:ext>
            </a:extLst>
          </p:cNvPr>
          <p:cNvCxnSpPr>
            <a:cxnSpLocks/>
          </p:cNvCxnSpPr>
          <p:nvPr/>
        </p:nvCxnSpPr>
        <p:spPr>
          <a:xfrm>
            <a:off x="11267252" y="2491400"/>
            <a:ext cx="0" cy="45182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37842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540E5-69B4-B9C2-B64A-11078062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9A21F9A-E162-E661-FE33-C04BB019F546}"/>
              </a:ext>
            </a:extLst>
          </p:cNvPr>
          <p:cNvSpPr/>
          <p:nvPr/>
        </p:nvSpPr>
        <p:spPr>
          <a:xfrm>
            <a:off x="5581580" y="1227999"/>
            <a:ext cx="1052573" cy="135812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EFD44-6E82-43A9-5290-5DB74D25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Org Chart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BA59862-F739-6A5D-45A7-5F3A127098F6}"/>
              </a:ext>
            </a:extLst>
          </p:cNvPr>
          <p:cNvSpPr txBox="1">
            <a:spLocks/>
          </p:cNvSpPr>
          <p:nvPr/>
        </p:nvSpPr>
        <p:spPr bwMode="auto">
          <a:xfrm>
            <a:off x="5253440" y="2718068"/>
            <a:ext cx="1708851" cy="621986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</a:br>
            <a:r>
              <a:rPr kumimoji="0" lang="en-US" altLang="en-US" sz="105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</a:endParaRP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6D9A45C-4981-5A4A-707F-95312617350F}"/>
              </a:ext>
            </a:extLst>
          </p:cNvPr>
          <p:cNvSpPr txBox="1">
            <a:spLocks/>
          </p:cNvSpPr>
          <p:nvPr/>
        </p:nvSpPr>
        <p:spPr bwMode="auto">
          <a:xfrm>
            <a:off x="3286841" y="4645310"/>
            <a:ext cx="124331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</a:b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7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</a:endParaRP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F79D4F9-57EE-A38B-D8C8-8C1C1AF30292}"/>
              </a:ext>
            </a:extLst>
          </p:cNvPr>
          <p:cNvSpPr txBox="1">
            <a:spLocks/>
          </p:cNvSpPr>
          <p:nvPr/>
        </p:nvSpPr>
        <p:spPr bwMode="auto">
          <a:xfrm>
            <a:off x="4453606" y="4645311"/>
            <a:ext cx="1134528" cy="646331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Job Title</a:t>
            </a:r>
            <a:b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</a:b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3F3F3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Location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3F3F3">
                  <a:lumMod val="75000"/>
                </a:srgb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  <a:cs typeface="+mn-cs"/>
            </a:endParaRP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DF772E-7E7C-3361-F034-3767BC5227E7}"/>
              </a:ext>
            </a:extLst>
          </p:cNvPr>
          <p:cNvSpPr txBox="1">
            <a:spLocks/>
          </p:cNvSpPr>
          <p:nvPr/>
        </p:nvSpPr>
        <p:spPr bwMode="auto">
          <a:xfrm>
            <a:off x="5510741" y="4645311"/>
            <a:ext cx="126313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First Last</a:t>
            </a:r>
          </a:p>
          <a:p>
            <a:pPr marL="0" marR="0" lvl="0" indent="0" algn="ctr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Calibri" charset="0"/>
              <a:buNone/>
              <a:tabLst/>
              <a:defRPr/>
            </a:pP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Job Title</a:t>
            </a:r>
            <a:b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E2FF1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</a:br>
            <a:r>
              <a:rPr kumimoji="0" lang="en-US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3F3F3">
                    <a:lumMod val="7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ＭＳ Ｐゴシック" charset="-128"/>
                <a:cs typeface="+mn-cs"/>
              </a:rPr>
              <a:t>Location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F3F3F3">
                  <a:lumMod val="75000"/>
                </a:srgbClr>
              </a:solidFill>
              <a:effectLst/>
              <a:uLnTx/>
              <a:uFillTx/>
              <a:latin typeface="Arial" panose="020B0604020202020204" pitchFamily="34" charset="0"/>
              <a:ea typeface="ＭＳ Ｐゴシック" charset="-128"/>
              <a:cs typeface="+mn-cs"/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0B7CCBB-B93E-2B80-9C41-08A8EED1D9E4}"/>
              </a:ext>
            </a:extLst>
          </p:cNvPr>
          <p:cNvSpPr txBox="1">
            <a:spLocks/>
          </p:cNvSpPr>
          <p:nvPr/>
        </p:nvSpPr>
        <p:spPr bwMode="auto">
          <a:xfrm>
            <a:off x="7754461" y="4645310"/>
            <a:ext cx="126313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Aft>
                <a:spcPts val="0"/>
              </a:spcAft>
              <a:defRPr/>
            </a:pPr>
            <a:r>
              <a:rPr lang="en-US" altLang="en-US" sz="1200" dirty="0">
                <a:solidFill>
                  <a:schemeClr val="bg1"/>
                </a:solidFill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lvl="0" algn="ctr">
              <a:spcAft>
                <a:spcPts val="0"/>
              </a:spcAft>
              <a:defRPr/>
            </a:pPr>
            <a:r>
              <a:rPr lang="en-US" altLang="en-US" sz="900" dirty="0">
                <a:solidFill>
                  <a:schemeClr val="accent4"/>
                </a:solidFill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lang="en-US" altLang="en-US" sz="900" dirty="0">
                <a:solidFill>
                  <a:srgbClr val="6E2FF1"/>
                </a:solidFill>
                <a:latin typeface="Arial" panose="020B0604020202020204" pitchFamily="34" charset="0"/>
                <a:ea typeface="ＭＳ Ｐゴシック" charset="-128"/>
              </a:rPr>
            </a:br>
            <a:r>
              <a:rPr lang="en-US" altLang="en-US" sz="9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lang="en-US" altLang="en-US" sz="1200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ea typeface="ＭＳ Ｐゴシック" charset="-128"/>
            </a:endParaRP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AC2D592F-DD93-6C27-4183-70BD54CA1E1F}"/>
              </a:ext>
            </a:extLst>
          </p:cNvPr>
          <p:cNvSpPr txBox="1">
            <a:spLocks/>
          </p:cNvSpPr>
          <p:nvPr/>
        </p:nvSpPr>
        <p:spPr bwMode="auto">
          <a:xfrm>
            <a:off x="6634153" y="4645311"/>
            <a:ext cx="1263138" cy="594817"/>
          </a:xfrm>
          <a:prstGeom prst="rect">
            <a:avLst/>
          </a:prstGeom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>
            <a:lvl1pPr marL="0" indent="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600"/>
              </a:spcAft>
              <a:buFont typeface="Calibri" charset="0"/>
              <a:buNone/>
              <a:defRPr sz="2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ＭＳ Ｐゴシック" charset="0"/>
              </a:defRPr>
            </a:lvl1pPr>
            <a:lvl2pPr marL="3984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Arial" charset="0"/>
              <a:buChar char="•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2pPr>
            <a:lvl3pPr marL="855663" indent="-16668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3pPr>
            <a:lvl4pPr marL="1201738" indent="-173038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charset="2"/>
              <a:buChar char="§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4pPr>
            <a:lvl5pPr marL="1427163" indent="-168275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charset="0"/>
              <a:buChar char="–"/>
              <a:defRPr sz="1400" kern="1200">
                <a:solidFill>
                  <a:srgbClr val="7B7F9C"/>
                </a:solidFill>
                <a:effectLst/>
                <a:latin typeface="+mn-lt"/>
                <a:ea typeface="ＭＳ Ｐゴシック" charset="0"/>
                <a:cs typeface="+mn-cs"/>
              </a:defRPr>
            </a:lvl5pPr>
            <a:lvl6pPr marL="16550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8836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1122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§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340864" indent="-164592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Pct val="80000"/>
              <a:buFont typeface="Calibri" panose="020F0502020204030204" pitchFamily="34" charset="0"/>
              <a:buChar char="–"/>
              <a:defRPr lang="en-US"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Aft>
                <a:spcPts val="0"/>
              </a:spcAft>
              <a:defRPr/>
            </a:pPr>
            <a:r>
              <a:rPr lang="en-US" altLang="en-US" sz="1200" dirty="0">
                <a:solidFill>
                  <a:schemeClr val="bg1"/>
                </a:solidFill>
                <a:latin typeface="Arial" panose="020B0604020202020204" pitchFamily="34" charset="0"/>
                <a:ea typeface="ＭＳ Ｐゴシック" charset="-128"/>
              </a:rPr>
              <a:t>First Last</a:t>
            </a:r>
          </a:p>
          <a:p>
            <a:pPr lvl="0" algn="ctr">
              <a:spcAft>
                <a:spcPts val="0"/>
              </a:spcAft>
              <a:defRPr/>
            </a:pPr>
            <a:r>
              <a:rPr lang="en-US" altLang="en-US" sz="900" dirty="0">
                <a:solidFill>
                  <a:schemeClr val="accent4"/>
                </a:solidFill>
                <a:latin typeface="Arial" panose="020B0604020202020204" pitchFamily="34" charset="0"/>
                <a:ea typeface="ＭＳ Ｐゴシック" charset="-128"/>
              </a:rPr>
              <a:t>Job Title</a:t>
            </a:r>
            <a:br>
              <a:rPr lang="en-US" altLang="en-US" sz="900" dirty="0">
                <a:solidFill>
                  <a:srgbClr val="6E2FF1"/>
                </a:solidFill>
                <a:latin typeface="Arial" panose="020B0604020202020204" pitchFamily="34" charset="0"/>
                <a:ea typeface="ＭＳ Ｐゴシック" charset="-128"/>
              </a:rPr>
            </a:br>
            <a:r>
              <a:rPr lang="en-US" altLang="en-US" sz="90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ea typeface="ＭＳ Ｐゴシック" charset="-128"/>
              </a:rPr>
              <a:t>Location</a:t>
            </a:r>
            <a:endParaRPr lang="en-US" altLang="en-US" sz="1200" dirty="0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  <a:ea typeface="ＭＳ Ｐゴシック" charset="-128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FDBE57-1602-D464-DB9B-8663478D58F8}"/>
              </a:ext>
            </a:extLst>
          </p:cNvPr>
          <p:cNvCxnSpPr>
            <a:cxnSpLocks/>
          </p:cNvCxnSpPr>
          <p:nvPr/>
        </p:nvCxnSpPr>
        <p:spPr>
          <a:xfrm>
            <a:off x="3389537" y="3391568"/>
            <a:ext cx="5543391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AD40F41-3FC4-3900-B017-8C41CEE01E5C}"/>
              </a:ext>
            </a:extLst>
          </p:cNvPr>
          <p:cNvSpPr/>
          <p:nvPr/>
        </p:nvSpPr>
        <p:spPr>
          <a:xfrm>
            <a:off x="3503604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03D9B5-A4E7-60FB-BCC5-93278574F85B}"/>
              </a:ext>
            </a:extLst>
          </p:cNvPr>
          <p:cNvSpPr/>
          <p:nvPr/>
        </p:nvSpPr>
        <p:spPr>
          <a:xfrm>
            <a:off x="4626030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92CFEC-F061-2130-E8BB-1E0D4855E57B}"/>
              </a:ext>
            </a:extLst>
          </p:cNvPr>
          <p:cNvSpPr/>
          <p:nvPr/>
        </p:nvSpPr>
        <p:spPr>
          <a:xfrm>
            <a:off x="5748456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571519-8DD8-F95A-548E-F7F6A64F6883}"/>
              </a:ext>
            </a:extLst>
          </p:cNvPr>
          <p:cNvSpPr/>
          <p:nvPr/>
        </p:nvSpPr>
        <p:spPr>
          <a:xfrm>
            <a:off x="6870882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81695F-1533-1640-BCAB-C45871195EC3}"/>
              </a:ext>
            </a:extLst>
          </p:cNvPr>
          <p:cNvSpPr/>
          <p:nvPr/>
        </p:nvSpPr>
        <p:spPr>
          <a:xfrm>
            <a:off x="7993308" y="3529587"/>
            <a:ext cx="789681" cy="101891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21910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DE35F-2012-72BF-9978-0C6C5D593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4876D-D46C-107C-2DD5-137C061E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Icon Slide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709F7-FE44-69AE-48D0-80BE3D655B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Subtitle goes here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588332F-94BD-AE5F-9404-760789489E68}"/>
              </a:ext>
            </a:extLst>
          </p:cNvPr>
          <p:cNvGrpSpPr/>
          <p:nvPr/>
        </p:nvGrpSpPr>
        <p:grpSpPr>
          <a:xfrm>
            <a:off x="201336" y="2978966"/>
            <a:ext cx="11733976" cy="3272256"/>
            <a:chOff x="201336" y="2978966"/>
            <a:chExt cx="11733976" cy="327225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DCCC61F-9F7C-8C8A-8E9A-912EA58BE2D3}"/>
                </a:ext>
              </a:extLst>
            </p:cNvPr>
            <p:cNvGrpSpPr/>
            <p:nvPr/>
          </p:nvGrpSpPr>
          <p:grpSpPr>
            <a:xfrm>
              <a:off x="201336" y="3016297"/>
              <a:ext cx="11733976" cy="3234925"/>
              <a:chOff x="334962" y="1334677"/>
              <a:chExt cx="13190858" cy="4916546"/>
            </a:xfrm>
            <a:solidFill>
              <a:schemeClr val="bg2"/>
            </a:solidFill>
          </p:grpSpPr>
          <p:sp>
            <p:nvSpPr>
              <p:cNvPr id="12" name="Rectangle: Rounded Corners 13">
                <a:extLst>
                  <a:ext uri="{FF2B5EF4-FFF2-40B4-BE49-F238E27FC236}">
                    <a16:creationId xmlns:a16="http://schemas.microsoft.com/office/drawing/2014/main" id="{19FB4DC1-CCE7-3603-3046-8D96D0ECFF83}"/>
                  </a:ext>
                </a:extLst>
              </p:cNvPr>
              <p:cNvSpPr/>
              <p:nvPr/>
            </p:nvSpPr>
            <p:spPr>
              <a:xfrm>
                <a:off x="334962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Rectangle: Rounded Corners 13">
                <a:extLst>
                  <a:ext uri="{FF2B5EF4-FFF2-40B4-BE49-F238E27FC236}">
                    <a16:creationId xmlns:a16="http://schemas.microsoft.com/office/drawing/2014/main" id="{9F0FE67F-A453-A173-D40F-D6FD34F2D839}"/>
                  </a:ext>
                </a:extLst>
              </p:cNvPr>
              <p:cNvSpPr/>
              <p:nvPr/>
            </p:nvSpPr>
            <p:spPr>
              <a:xfrm>
                <a:off x="3002661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755C954D-2AD1-E1C3-8983-78E85E314778}"/>
                  </a:ext>
                </a:extLst>
              </p:cNvPr>
              <p:cNvSpPr/>
              <p:nvPr/>
            </p:nvSpPr>
            <p:spPr>
              <a:xfrm>
                <a:off x="5639571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" name="Rectangle: Rounded Corners 13">
                <a:extLst>
                  <a:ext uri="{FF2B5EF4-FFF2-40B4-BE49-F238E27FC236}">
                    <a16:creationId xmlns:a16="http://schemas.microsoft.com/office/drawing/2014/main" id="{F9D85541-E767-7579-B434-99E918B89189}"/>
                  </a:ext>
                </a:extLst>
              </p:cNvPr>
              <p:cNvSpPr/>
              <p:nvPr/>
            </p:nvSpPr>
            <p:spPr>
              <a:xfrm>
                <a:off x="8307269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" name="Rectangle: Rounded Corners 13">
                <a:extLst>
                  <a:ext uri="{FF2B5EF4-FFF2-40B4-BE49-F238E27FC236}">
                    <a16:creationId xmlns:a16="http://schemas.microsoft.com/office/drawing/2014/main" id="{6811D67E-6644-6C52-AF7B-55862AF4DBC9}"/>
                  </a:ext>
                </a:extLst>
              </p:cNvPr>
              <p:cNvSpPr/>
              <p:nvPr/>
            </p:nvSpPr>
            <p:spPr>
              <a:xfrm>
                <a:off x="10974969" y="1334677"/>
                <a:ext cx="2550851" cy="4916546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alpha val="0"/>
                    </a:schemeClr>
                  </a:gs>
                  <a:gs pos="100000">
                    <a:schemeClr val="accent2"/>
                  </a:gs>
                </a:gsLst>
                <a:lin ang="162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01846EE-B3A9-DD49-05F7-401065B4DFC6}"/>
                </a:ext>
              </a:extLst>
            </p:cNvPr>
            <p:cNvGrpSpPr/>
            <p:nvPr/>
          </p:nvGrpSpPr>
          <p:grpSpPr>
            <a:xfrm>
              <a:off x="201336" y="2978966"/>
              <a:ext cx="11731929" cy="45720"/>
              <a:chOff x="201336" y="2978966"/>
              <a:chExt cx="11731929" cy="4572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4678448-974D-662D-5FCE-622D39277FC6}"/>
                  </a:ext>
                </a:extLst>
              </p:cNvPr>
              <p:cNvSpPr/>
              <p:nvPr/>
            </p:nvSpPr>
            <p:spPr>
              <a:xfrm>
                <a:off x="201336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263CF6-D892-048D-7496-2CD9CF115C66}"/>
                  </a:ext>
                </a:extLst>
              </p:cNvPr>
              <p:cNvSpPr/>
              <p:nvPr/>
            </p:nvSpPr>
            <p:spPr>
              <a:xfrm>
                <a:off x="2575420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67A8D10-8379-28FC-9599-C25FAC11D911}"/>
                  </a:ext>
                </a:extLst>
              </p:cNvPr>
              <p:cNvSpPr/>
              <p:nvPr/>
            </p:nvSpPr>
            <p:spPr>
              <a:xfrm>
                <a:off x="4919046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1A253DC-1B47-8FFE-EE02-5B7E4F03CE9A}"/>
                  </a:ext>
                </a:extLst>
              </p:cNvPr>
              <p:cNvSpPr/>
              <p:nvPr/>
            </p:nvSpPr>
            <p:spPr>
              <a:xfrm>
                <a:off x="7292108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F72653F-D76A-2309-5650-662F21B5AB45}"/>
                  </a:ext>
                </a:extLst>
              </p:cNvPr>
              <p:cNvSpPr/>
              <p:nvPr/>
            </p:nvSpPr>
            <p:spPr>
              <a:xfrm>
                <a:off x="9664146" y="2978966"/>
                <a:ext cx="2269119" cy="45720"/>
              </a:xfrm>
              <a:prstGeom prst="rect">
                <a:avLst/>
              </a:prstGeom>
              <a:gradFill>
                <a:gsLst>
                  <a:gs pos="0">
                    <a:srgbClr val="6E2FF1"/>
                  </a:gs>
                  <a:gs pos="50000">
                    <a:schemeClr val="accent1"/>
                  </a:gs>
                  <a:gs pos="99000">
                    <a:schemeClr val="accent4"/>
                  </a:gs>
                </a:gsLst>
                <a:lin ang="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404A28DA-0D7F-45D5-6CCA-CB8899060040}"/>
              </a:ext>
            </a:extLst>
          </p:cNvPr>
          <p:cNvSpPr txBox="1"/>
          <p:nvPr/>
        </p:nvSpPr>
        <p:spPr>
          <a:xfrm>
            <a:off x="2656629" y="3249575"/>
            <a:ext cx="2047346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54580C-3C62-7EB0-3DBE-0F4597E0951E}"/>
              </a:ext>
            </a:extLst>
          </p:cNvPr>
          <p:cNvSpPr txBox="1"/>
          <p:nvPr/>
        </p:nvSpPr>
        <p:spPr>
          <a:xfrm>
            <a:off x="3433790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dirty="0">
                <a:solidFill>
                  <a:schemeClr val="accent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  <a:endParaRPr lang="en-US" sz="2100" kern="1200" dirty="0">
              <a:solidFill>
                <a:schemeClr val="accent4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B0EE4E-6A60-2321-E58A-04923A368E0A}"/>
              </a:ext>
            </a:extLst>
          </p:cNvPr>
          <p:cNvSpPr txBox="1"/>
          <p:nvPr/>
        </p:nvSpPr>
        <p:spPr>
          <a:xfrm>
            <a:off x="5846926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chemeClr val="accent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44E76-9405-D049-15D9-5FFE462BEB66}"/>
              </a:ext>
            </a:extLst>
          </p:cNvPr>
          <p:cNvSpPr txBox="1"/>
          <p:nvPr/>
        </p:nvSpPr>
        <p:spPr>
          <a:xfrm>
            <a:off x="5004576" y="3249575"/>
            <a:ext cx="2154884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304E54-5A97-9FC3-8DF4-25F315FDDC77}"/>
              </a:ext>
            </a:extLst>
          </p:cNvPr>
          <p:cNvSpPr txBox="1"/>
          <p:nvPr/>
        </p:nvSpPr>
        <p:spPr>
          <a:xfrm>
            <a:off x="8206005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chemeClr val="accent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F6AC41-4183-687D-6BAD-4CA03420A7D2}"/>
              </a:ext>
            </a:extLst>
          </p:cNvPr>
          <p:cNvSpPr txBox="1"/>
          <p:nvPr/>
        </p:nvSpPr>
        <p:spPr>
          <a:xfrm>
            <a:off x="7385717" y="3249575"/>
            <a:ext cx="2147012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D1C706-C84B-A1FD-5ECF-63E0817F8B43}"/>
              </a:ext>
            </a:extLst>
          </p:cNvPr>
          <p:cNvSpPr txBox="1"/>
          <p:nvPr/>
        </p:nvSpPr>
        <p:spPr>
          <a:xfrm>
            <a:off x="10637189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chemeClr val="accent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D09500-F36D-0676-DD1C-12223E4890FF}"/>
              </a:ext>
            </a:extLst>
          </p:cNvPr>
          <p:cNvSpPr txBox="1"/>
          <p:nvPr/>
        </p:nvSpPr>
        <p:spPr>
          <a:xfrm>
            <a:off x="9750699" y="3249575"/>
            <a:ext cx="2154884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7B5DC7-4552-C9F8-61F2-24507F21A06A}"/>
              </a:ext>
            </a:extLst>
          </p:cNvPr>
          <p:cNvSpPr txBox="1"/>
          <p:nvPr/>
        </p:nvSpPr>
        <p:spPr>
          <a:xfrm>
            <a:off x="1090571" y="2489053"/>
            <a:ext cx="498150" cy="29084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2100" kern="1200" dirty="0">
                <a:solidFill>
                  <a:schemeClr val="accent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Title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806D90-DBE1-652C-EDFA-B3BC9546BDC8}"/>
              </a:ext>
            </a:extLst>
          </p:cNvPr>
          <p:cNvSpPr txBox="1"/>
          <p:nvPr/>
        </p:nvSpPr>
        <p:spPr>
          <a:xfrm>
            <a:off x="311169" y="3249575"/>
            <a:ext cx="2055398" cy="13942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Lorem ipsum dolor sit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Consectetur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adipiscing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elit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quisque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eaLnBrk="1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Faucibus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ex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8C030B5C-1A95-880C-B555-6834B6DC9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669280" y="1525551"/>
            <a:ext cx="853440" cy="85344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923ED081-EB5C-8E77-0BAA-4865B036D0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82236" y="1436438"/>
            <a:ext cx="853440" cy="853440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BC2A59D5-FF50-53C2-7319-C77514C28B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9175" y="1511960"/>
            <a:ext cx="853440" cy="853440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8D53E104-33C3-3A21-9520-2CF70BA455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459543" y="1465440"/>
            <a:ext cx="853440" cy="85344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8347ED6D-D0C7-8640-632F-C954E617D06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30442" y="1507651"/>
            <a:ext cx="853440" cy="853440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DAB29FFB-3663-449D-9E22-483BED8BE26E}"/>
              </a:ext>
            </a:extLst>
          </p:cNvPr>
          <p:cNvSpPr/>
          <p:nvPr/>
        </p:nvSpPr>
        <p:spPr>
          <a:xfrm>
            <a:off x="3765688" y="5901179"/>
            <a:ext cx="4575833" cy="838986"/>
          </a:xfrm>
          <a:prstGeom prst="rect">
            <a:avLst/>
          </a:prstGeom>
          <a:solidFill>
            <a:srgbClr val="7233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Additional Icons Located </a:t>
            </a:r>
            <a:r>
              <a:rPr lang="en-US" dirty="0">
                <a:solidFill>
                  <a:schemeClr val="bg1"/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95810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B6BC0F0-3261-7B7C-61F8-6F0CE271F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192DCC-B90F-38C0-5F6B-4CB26E8233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A2ECA48-8B5B-9E3B-E252-67BCF7269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30D9B36-4735-87FB-E813-A54579416D68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003D63E-7A24-B1CC-68B6-62535A8D74C6}"/>
              </a:ext>
            </a:extLst>
          </p:cNvPr>
          <p:cNvSpPr>
            <a:spLocks noGrp="1"/>
          </p:cNvSpPr>
          <p:nvPr>
            <p:ph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F68C379-7188-4545-1831-FECEFEDF3F79}"/>
              </a:ext>
            </a:extLst>
          </p:cNvPr>
          <p:cNvSpPr/>
          <p:nvPr/>
        </p:nvSpPr>
        <p:spPr>
          <a:xfrm>
            <a:off x="693518" y="1611050"/>
            <a:ext cx="2778246" cy="2778246"/>
          </a:xfrm>
          <a:prstGeom prst="ellipse">
            <a:avLst/>
          </a:prstGeom>
          <a:solidFill>
            <a:schemeClr val="accent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BDD612-108E-86E4-0950-A598A289CDDB}"/>
              </a:ext>
            </a:extLst>
          </p:cNvPr>
          <p:cNvSpPr txBox="1"/>
          <p:nvPr/>
        </p:nvSpPr>
        <p:spPr>
          <a:xfrm>
            <a:off x="1197560" y="2123163"/>
            <a:ext cx="1770162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6000" dirty="0">
                <a:solidFill>
                  <a:schemeClr val="tx1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Example stat pullout that can be used on dark backgrounds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6EF1AC1-2CC7-A882-AA36-71B8E220A16D}"/>
              </a:ext>
            </a:extLst>
          </p:cNvPr>
          <p:cNvSpPr/>
          <p:nvPr/>
        </p:nvSpPr>
        <p:spPr>
          <a:xfrm>
            <a:off x="4726675" y="1611050"/>
            <a:ext cx="2778246" cy="2778246"/>
          </a:xfrm>
          <a:prstGeom prst="ellipse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A4EAC-B083-05E0-AA1C-24B834B54995}"/>
              </a:ext>
            </a:extLst>
          </p:cNvPr>
          <p:cNvSpPr txBox="1"/>
          <p:nvPr/>
        </p:nvSpPr>
        <p:spPr>
          <a:xfrm>
            <a:off x="5230717" y="2123163"/>
            <a:ext cx="1770162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6000" dirty="0">
                <a:solidFill>
                  <a:schemeClr val="accent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Example stat pullout that can be used on dark backgrounds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686A94-732A-6AC9-532C-C0078C9B7CC6}"/>
              </a:ext>
            </a:extLst>
          </p:cNvPr>
          <p:cNvSpPr/>
          <p:nvPr/>
        </p:nvSpPr>
        <p:spPr>
          <a:xfrm>
            <a:off x="8825146" y="1611050"/>
            <a:ext cx="2778246" cy="2778246"/>
          </a:xfrm>
          <a:prstGeom prst="ellipse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3589F-4136-FFEE-F21B-6052776F2170}"/>
              </a:ext>
            </a:extLst>
          </p:cNvPr>
          <p:cNvSpPr txBox="1"/>
          <p:nvPr/>
        </p:nvSpPr>
        <p:spPr>
          <a:xfrm>
            <a:off x="9329188" y="2123163"/>
            <a:ext cx="1770162" cy="15696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6000" dirty="0">
                <a:solidFill>
                  <a:schemeClr val="accent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Example stat pullout that can be used on dark backgrounds</a:t>
            </a:r>
          </a:p>
        </p:txBody>
      </p:sp>
    </p:spTree>
    <p:extLst>
      <p:ext uri="{BB962C8B-B14F-4D97-AF65-F5344CB8AC3E}">
        <p14:creationId xmlns:p14="http://schemas.microsoft.com/office/powerpoint/2010/main" val="335427521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C35559-1B53-1242-5A77-2BBCC6A1E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Pullouts Keyline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2097CEF-04B2-B224-BB4D-C53282F33C02}"/>
              </a:ext>
            </a:extLst>
          </p:cNvPr>
          <p:cNvSpPr/>
          <p:nvPr/>
        </p:nvSpPr>
        <p:spPr>
          <a:xfrm>
            <a:off x="4327677" y="2789102"/>
            <a:ext cx="3536646" cy="2517952"/>
          </a:xfrm>
          <a:prstGeom prst="rect">
            <a:avLst/>
          </a:prstGeom>
          <a:noFill/>
          <a:ln w="19050">
            <a:gradFill>
              <a:gsLst>
                <a:gs pos="0">
                  <a:schemeClr val="accent4"/>
                </a:gs>
                <a:gs pos="71000">
                  <a:schemeClr val="accent1"/>
                </a:gs>
                <a:gs pos="83000">
                  <a:schemeClr val="accent1"/>
                </a:gs>
                <a:gs pos="100000">
                  <a:schemeClr val="accent4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FF334C4-F17C-5E81-5D8C-1B9DAC3D4266}"/>
              </a:ext>
            </a:extLst>
          </p:cNvPr>
          <p:cNvSpPr/>
          <p:nvPr/>
        </p:nvSpPr>
        <p:spPr>
          <a:xfrm>
            <a:off x="8311891" y="1171388"/>
            <a:ext cx="1469630" cy="1469630"/>
          </a:xfrm>
          <a:prstGeom prst="ellipse">
            <a:avLst/>
          </a:prstGeom>
          <a:noFill/>
          <a:ln w="19050">
            <a:gradFill>
              <a:gsLst>
                <a:gs pos="0">
                  <a:schemeClr val="accent4"/>
                </a:gs>
                <a:gs pos="57000">
                  <a:schemeClr val="accent1"/>
                </a:gs>
                <a:gs pos="100000">
                  <a:schemeClr val="accent4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800" dirty="0">
                <a:gradFill>
                  <a:gsLst>
                    <a:gs pos="0">
                      <a:schemeClr val="accent4"/>
                    </a:gs>
                    <a:gs pos="100000">
                      <a:schemeClr val="accent1"/>
                    </a:gs>
                  </a:gsLst>
                  <a:lin ang="8400000" scaled="0"/>
                </a:gra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  <a:endParaRPr lang="en-US" sz="4800" dirty="0">
              <a:gradFill>
                <a:gsLst>
                  <a:gs pos="0">
                    <a:schemeClr val="accent4"/>
                  </a:gs>
                  <a:gs pos="100000">
                    <a:schemeClr val="accent1"/>
                  </a:gs>
                </a:gsLst>
                <a:lin ang="8400000" scaled="0"/>
              </a:gra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03EC504-EB6B-C9D7-4933-E277C105A0C7}"/>
              </a:ext>
            </a:extLst>
          </p:cNvPr>
          <p:cNvSpPr/>
          <p:nvPr/>
        </p:nvSpPr>
        <p:spPr>
          <a:xfrm>
            <a:off x="343463" y="2789102"/>
            <a:ext cx="3536646" cy="2517952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4E6100-BD5A-1A28-D190-E1631EBF3A84}"/>
              </a:ext>
            </a:extLst>
          </p:cNvPr>
          <p:cNvSpPr/>
          <p:nvPr/>
        </p:nvSpPr>
        <p:spPr>
          <a:xfrm>
            <a:off x="343463" y="1231062"/>
            <a:ext cx="3536646" cy="1409956"/>
          </a:xfrm>
          <a:prstGeom prst="rect">
            <a:avLst/>
          </a:pr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0DC70D-BBB0-E204-E07D-0D73686D64FF}"/>
              </a:ext>
            </a:extLst>
          </p:cNvPr>
          <p:cNvSpPr/>
          <p:nvPr/>
        </p:nvSpPr>
        <p:spPr>
          <a:xfrm>
            <a:off x="4327677" y="1231062"/>
            <a:ext cx="3536646" cy="1409956"/>
          </a:xfrm>
          <a:prstGeom prst="rect">
            <a:avLst/>
          </a:prstGeom>
          <a:noFill/>
          <a:ln w="19050">
            <a:gradFill>
              <a:gsLst>
                <a:gs pos="0">
                  <a:schemeClr val="accent4"/>
                </a:gs>
                <a:gs pos="73000">
                  <a:schemeClr val="accent1"/>
                </a:gs>
                <a:gs pos="100000">
                  <a:schemeClr val="accent4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05AB9B6B-5B68-8510-B3B5-41AF99E96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5366" y="2984647"/>
            <a:ext cx="861277" cy="58102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7C17C94E-1214-6F0A-7BE2-75D84CB35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0395" y="2984647"/>
            <a:ext cx="861277" cy="58102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9B8C5BCC-C2BB-CD71-B065-083F16271709}"/>
              </a:ext>
            </a:extLst>
          </p:cNvPr>
          <p:cNvSpPr/>
          <p:nvPr/>
        </p:nvSpPr>
        <p:spPr>
          <a:xfrm>
            <a:off x="9014839" y="2740914"/>
            <a:ext cx="2566140" cy="2566140"/>
          </a:xfrm>
          <a:prstGeom prst="ellipse">
            <a:avLst/>
          </a:prstGeom>
          <a:noFill/>
          <a:ln w="19050">
            <a:gradFill>
              <a:gsLst>
                <a:gs pos="0">
                  <a:schemeClr val="accent4"/>
                </a:gs>
                <a:gs pos="57000">
                  <a:schemeClr val="accent1"/>
                </a:gs>
                <a:gs pos="100000">
                  <a:schemeClr val="accent4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828933-22D4-151F-EB4B-919548475E1C}"/>
              </a:ext>
            </a:extLst>
          </p:cNvPr>
          <p:cNvSpPr txBox="1"/>
          <p:nvPr/>
        </p:nvSpPr>
        <p:spPr>
          <a:xfrm>
            <a:off x="9530126" y="3206120"/>
            <a:ext cx="1922494" cy="1390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5400" dirty="0">
                <a:gradFill>
                  <a:gsLst>
                    <a:gs pos="0">
                      <a:schemeClr val="accent4"/>
                    </a:gs>
                    <a:gs pos="100000">
                      <a:schemeClr val="accent1"/>
                    </a:gs>
                  </a:gsLst>
                  <a:lin ang="8400000" scaled="0"/>
                </a:gra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Write in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Enter your pullout here</a:t>
            </a:r>
            <a:b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over two lines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bg2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5341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D3386C-9909-FE45-24F2-86ECF0D8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Pullouts Filled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CC82129-08CA-F379-BE71-57449F05638E}"/>
              </a:ext>
            </a:extLst>
          </p:cNvPr>
          <p:cNvSpPr/>
          <p:nvPr/>
        </p:nvSpPr>
        <p:spPr>
          <a:xfrm>
            <a:off x="8311891" y="1171388"/>
            <a:ext cx="1469630" cy="1469630"/>
          </a:xfrm>
          <a:prstGeom prst="ellipse">
            <a:avLst/>
          </a:pr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4800" dirty="0">
                <a:gradFill>
                  <a:gsLst>
                    <a:gs pos="0">
                      <a:schemeClr val="accent4"/>
                    </a:gs>
                    <a:gs pos="100000">
                      <a:schemeClr val="accent1"/>
                    </a:gs>
                  </a:gsLst>
                  <a:lin ang="8400000" scaled="0"/>
                </a:gra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  <a:endParaRPr lang="en-US" sz="4800" dirty="0">
              <a:gradFill>
                <a:gsLst>
                  <a:gs pos="0">
                    <a:schemeClr val="accent4"/>
                  </a:gs>
                  <a:gs pos="100000">
                    <a:schemeClr val="accent1"/>
                  </a:gs>
                </a:gsLst>
                <a:lin ang="8400000" scaled="0"/>
              </a:gra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A5C5192-5C67-760E-B7F6-F2652CBA973E}"/>
              </a:ext>
            </a:extLst>
          </p:cNvPr>
          <p:cNvSpPr/>
          <p:nvPr/>
        </p:nvSpPr>
        <p:spPr>
          <a:xfrm>
            <a:off x="9014839" y="2740914"/>
            <a:ext cx="2566140" cy="2566140"/>
          </a:xfrm>
          <a:prstGeom prst="ellipse">
            <a:avLst/>
          </a:prstGeom>
          <a:solidFill>
            <a:schemeClr val="accent4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l"/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6F6F6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1FCF0F-3734-FB41-B4EB-43908C6430BC}"/>
              </a:ext>
            </a:extLst>
          </p:cNvPr>
          <p:cNvSpPr txBox="1"/>
          <p:nvPr/>
        </p:nvSpPr>
        <p:spPr>
          <a:xfrm>
            <a:off x="9530126" y="3206120"/>
            <a:ext cx="1922494" cy="1390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5400" dirty="0">
                <a:solidFill>
                  <a:schemeClr val="tx1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000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Enter your pullout here</a:t>
            </a:r>
            <a:b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</a:br>
            <a:r>
              <a:rPr kumimoji="0" lang="en-US" altLang="en-US" sz="11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over two lines</a:t>
            </a:r>
            <a:endParaRPr kumimoji="0" lang="en-US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8C76FC-C3E6-2DA3-7216-DE472A749800}"/>
              </a:ext>
            </a:extLst>
          </p:cNvPr>
          <p:cNvSpPr/>
          <p:nvPr/>
        </p:nvSpPr>
        <p:spPr>
          <a:xfrm>
            <a:off x="4327677" y="2789102"/>
            <a:ext cx="3536646" cy="2517952"/>
          </a:xfrm>
          <a:prstGeom prst="rect">
            <a:avLst/>
          </a:prstGeom>
          <a:solidFill>
            <a:srgbClr val="6E2F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accent6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87D02A-0F61-7F73-4755-27CD1F393CA7}"/>
              </a:ext>
            </a:extLst>
          </p:cNvPr>
          <p:cNvSpPr/>
          <p:nvPr/>
        </p:nvSpPr>
        <p:spPr>
          <a:xfrm>
            <a:off x="4328041" y="1231062"/>
            <a:ext cx="3536646" cy="14099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rgbClr val="6E2FF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A3EA5A0F-C65E-D21D-E499-B12E48E92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5366" y="2984647"/>
            <a:ext cx="861277" cy="58102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8DE3E52-A882-2544-0D28-F9191955AE68}"/>
              </a:ext>
            </a:extLst>
          </p:cNvPr>
          <p:cNvSpPr/>
          <p:nvPr/>
        </p:nvSpPr>
        <p:spPr>
          <a:xfrm>
            <a:off x="343463" y="2789102"/>
            <a:ext cx="3536646" cy="2517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5B87B7-AF9C-77AC-3276-8D067A4EE037}"/>
              </a:ext>
            </a:extLst>
          </p:cNvPr>
          <p:cNvSpPr/>
          <p:nvPr/>
        </p:nvSpPr>
        <p:spPr>
          <a:xfrm>
            <a:off x="343463" y="1231062"/>
            <a:ext cx="3536646" cy="140995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t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800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Write your subtitle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en-US" sz="1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sz="1600" dirty="0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 your pullout here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E846B561-1288-5E80-4B30-63EBA8997E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0395" y="2984647"/>
            <a:ext cx="861277" cy="5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8609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D3CA1-F260-9F61-BD99-2512F290F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5CC2D-4F4E-94CE-05F1-6F7A4917AB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839B7A-8A94-0A54-AF98-1A71580D84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144C22-F10F-7F23-3B67-106721E5B73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A54EC99-CBBF-856D-0E25-46410798E92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10" name="Content Placeholder 11">
            <a:extLst>
              <a:ext uri="{FF2B5EF4-FFF2-40B4-BE49-F238E27FC236}">
                <a16:creationId xmlns:a16="http://schemas.microsoft.com/office/drawing/2014/main" id="{F3C0E69D-D3BF-E56F-4A00-89A287BAD30F}"/>
              </a:ext>
            </a:extLst>
          </p:cNvPr>
          <p:cNvGraphicFramePr>
            <a:graphicFrameLocks/>
          </p:cNvGraphicFramePr>
          <p:nvPr/>
        </p:nvGraphicFramePr>
        <p:xfrm>
          <a:off x="567521" y="2171746"/>
          <a:ext cx="3196451" cy="3889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ontent Placeholder 11">
            <a:extLst>
              <a:ext uri="{FF2B5EF4-FFF2-40B4-BE49-F238E27FC236}">
                <a16:creationId xmlns:a16="http://schemas.microsoft.com/office/drawing/2014/main" id="{02B83B86-A817-E21D-645C-DA4ED18E4778}"/>
              </a:ext>
            </a:extLst>
          </p:cNvPr>
          <p:cNvGraphicFramePr>
            <a:graphicFrameLocks/>
          </p:cNvGraphicFramePr>
          <p:nvPr/>
        </p:nvGraphicFramePr>
        <p:xfrm>
          <a:off x="4506475" y="2171746"/>
          <a:ext cx="3196451" cy="3889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DE088182-8B91-B22E-E467-560A5B2B2AC5}"/>
              </a:ext>
            </a:extLst>
          </p:cNvPr>
          <p:cNvGraphicFramePr>
            <a:graphicFrameLocks/>
          </p:cNvGraphicFramePr>
          <p:nvPr/>
        </p:nvGraphicFramePr>
        <p:xfrm>
          <a:off x="8396838" y="2171746"/>
          <a:ext cx="3196451" cy="3889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10000035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54ACA-2270-35D0-5E74-63F92280F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DE181-86F4-8327-53B8-C5F99B2FEF1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5" name="Content Placeholder 10">
            <a:extLst>
              <a:ext uri="{FF2B5EF4-FFF2-40B4-BE49-F238E27FC236}">
                <a16:creationId xmlns:a16="http://schemas.microsoft.com/office/drawing/2014/main" id="{470F987F-E7C5-88FA-3431-CCE0412C978F}"/>
              </a:ext>
            </a:extLst>
          </p:cNvPr>
          <p:cNvGraphicFramePr>
            <a:graphicFrameLocks/>
          </p:cNvGraphicFramePr>
          <p:nvPr/>
        </p:nvGraphicFramePr>
        <p:xfrm>
          <a:off x="537653" y="1629149"/>
          <a:ext cx="10895013" cy="41249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06165700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93990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59817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45367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813656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297273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84315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089218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702789"/>
      </p:ext>
    </p:extLst>
  </p:cSld>
  <p:clrMapOvr>
    <a:masterClrMapping/>
  </p:clrMapOvr>
</p:sld>
</file>

<file path=ppt/theme/theme1.xml><?xml version="1.0" encoding="utf-8"?>
<a:theme xmlns:a="http://schemas.openxmlformats.org/drawingml/2006/main" name="Arm_Public_2026_Lightmode">
  <a:themeElements>
    <a:clrScheme name="Arm 2026">
      <a:dk1>
        <a:srgbClr val="000000"/>
      </a:dk1>
      <a:lt1>
        <a:srgbClr val="FFFFFF"/>
      </a:lt1>
      <a:dk2>
        <a:srgbClr val="080224"/>
      </a:dk2>
      <a:lt2>
        <a:srgbClr val="F3F3F3"/>
      </a:lt2>
      <a:accent1>
        <a:srgbClr val="0057FF"/>
      </a:accent1>
      <a:accent2>
        <a:srgbClr val="3B3252"/>
      </a:accent2>
      <a:accent3>
        <a:srgbClr val="FFAE2C"/>
      </a:accent3>
      <a:accent4>
        <a:srgbClr val="02EAEA"/>
      </a:accent4>
      <a:accent5>
        <a:srgbClr val="F26419"/>
      </a:accent5>
      <a:accent6>
        <a:srgbClr val="6F6F6F"/>
      </a:accent6>
      <a:hlink>
        <a:srgbClr val="7133F7"/>
      </a:hlink>
      <a:folHlink>
        <a:srgbClr val="002F6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7233F7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rm_Public_2026" id="{3B4724F7-E3D1-6743-8E7B-BFDD10AD19B1}" vid="{CCFE33B7-E389-0548-B385-4E4AFCC9E000}"/>
    </a:ext>
  </a:extLst>
</a:theme>
</file>

<file path=ppt/theme/theme2.xml><?xml version="1.0" encoding="utf-8"?>
<a:theme xmlns:a="http://schemas.openxmlformats.org/drawingml/2006/main" name="Arm_Public_2026_Darkmode">
  <a:themeElements>
    <a:clrScheme name="Arm Test 5">
      <a:dk1>
        <a:srgbClr val="000000"/>
      </a:dk1>
      <a:lt1>
        <a:srgbClr val="FFFFFF"/>
      </a:lt1>
      <a:dk2>
        <a:srgbClr val="080023"/>
      </a:dk2>
      <a:lt2>
        <a:srgbClr val="F3F3F3"/>
      </a:lt2>
      <a:accent1>
        <a:srgbClr val="0054FC"/>
      </a:accent1>
      <a:accent2>
        <a:srgbClr val="3B3252"/>
      </a:accent2>
      <a:accent3>
        <a:srgbClr val="FCAB2A"/>
      </a:accent3>
      <a:accent4>
        <a:srgbClr val="00EAE7"/>
      </a:accent4>
      <a:accent5>
        <a:srgbClr val="F37929"/>
      </a:accent5>
      <a:accent6>
        <a:srgbClr val="6F6F6F"/>
      </a:accent6>
      <a:hlink>
        <a:srgbClr val="6E2FF0"/>
      </a:hlink>
      <a:folHlink>
        <a:srgbClr val="002F6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indent="0" algn="l" defTabSz="914400" rtl="0" eaLnBrk="1" latinLnBrk="0" hangingPunct="1">
          <a:lnSpc>
            <a:spcPct val="90000"/>
          </a:lnSpc>
          <a:spcBef>
            <a:spcPts val="0"/>
          </a:spcBef>
          <a:spcAft>
            <a:spcPts val="600"/>
          </a:spcAft>
          <a:buFont typeface="Arial" panose="020B0604020202020204" pitchFamily="34" charset="0"/>
          <a:buNone/>
          <a:defRPr sz="2100" kern="1200" dirty="0" err="1" smtClean="0">
            <a:solidFill>
              <a:schemeClr val="tx2"/>
            </a:solidFill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rm_Public_2026" id="{3B4724F7-E3D1-6743-8E7B-BFDD10AD19B1}" vid="{C25F682B-5088-4F4D-B54C-ED554F8117F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customXsn xmlns="http://schemas.microsoft.com/office/2006/metadata/customXsn">
  <xsnLocation/>
  <cached>True</cached>
  <openByDefault>True</openByDefault>
  <xsnScope/>
</customXsn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rrent_x0020_Version xmlns="f2ad5090-61a8-4b8c-ab70-68f4ff4d1933">9.0</Current_x0020_Version>
    <Document_x0020_Author xmlns="f2ad5090-61a8-4b8c-ab70-68f4ff4d1933">
      <UserInfo>
        <DisplayName/>
        <AccountId xsi:nil="true"/>
        <AccountType/>
      </UserInfo>
    </Document_x0020_Author>
    <_dlc_DocId xmlns="f2ad5090-61a8-4b8c-ab70-68f4ff4d1933">ARM-ECM-0633231</_dlc_DocId>
    <Document_x0020_Confidentiality xmlns="f2ad5090-61a8-4b8c-ab70-68f4ff4d1933">Confidential-Restricted</Document_x0020_Confidentiality>
    <_dlc_DocIdUrl xmlns="f2ad5090-61a8-4b8c-ab70-68f4ff4d1933">
      <Url>http://teamsites.arm.com/sites/cthub/_layouts/DocIdRedir.aspx?ID=ARM-ECM-0633231</Url>
      <Description>ARM-ECM-0633231</Description>
    </_dlc_DocIdUrl>
    <Category xmlns="c0950e01-db07-4e41-9c32-b7a8e9fccc9b">Private Presentation Templates</Category>
    <ARM_x0020_Legacy_x0020_ID xmlns="f2ad5090-61a8-4b8c-ab70-68f4ff4d1933" xsi:nil="true"/>
    <TaxCatchAll xmlns="f2ad5090-61a8-4b8c-ab70-68f4ff4d1933">
      <Value>7</Value>
      <Value>1</Value>
    </TaxCatchAll>
    <j60c3ced31bb40378c6254d49035d966 xmlns="f2ad5090-61a8-4b8c-ab70-68f4ff4d1933">
      <Terms xmlns="http://schemas.microsoft.com/office/infopath/2007/PartnerControls">
        <TermInfo xmlns="http://schemas.microsoft.com/office/infopath/2007/PartnerControls">
          <TermName xmlns="http://schemas.microsoft.com/office/infopath/2007/PartnerControls">2017</TermName>
          <TermId xmlns="http://schemas.microsoft.com/office/infopath/2007/PartnerControls">58467e81-5d99-44a5-abb5-12a016b65e9e</TermId>
        </TermInfo>
      </Terms>
    </j60c3ced31bb40378c6254d49035d966>
    <RoutingRuleDescription xmlns="http://schemas.microsoft.com/sharepoint/v3" xsi:nil="true"/>
    <_Status xmlns="http://schemas.microsoft.com/sharepoint/v3/fields">Not Started</_Status>
  </documentManagement>
</p:properti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ARM Document" ma:contentTypeID="0x0101005C6975769EB1684CAB07571CAE07A11B0100BC81FA0C64ACC243A77959D9266C7751" ma:contentTypeVersion="27" ma:contentTypeDescription="" ma:contentTypeScope="" ma:versionID="c3d44a507a30e34bb56df6cb41b0e970">
  <xsd:schema xmlns:xsd="http://www.w3.org/2001/XMLSchema" xmlns:xs="http://www.w3.org/2001/XMLSchema" xmlns:p="http://schemas.microsoft.com/office/2006/metadata/properties" xmlns:ns1="http://schemas.microsoft.com/sharepoint/v3" xmlns:ns2="f2ad5090-61a8-4b8c-ab70-68f4ff4d1933" xmlns:ns3="http://schemas.microsoft.com/sharepoint/v3/fields" xmlns:ns4="c0950e01-db07-4e41-9c32-b7a8e9fccc9b" targetNamespace="http://schemas.microsoft.com/office/2006/metadata/properties" ma:root="true" ma:fieldsID="d6365f768a9cf65e3d0aaa644537f94f" ns1:_="" ns2:_="" ns3:_="" ns4:_="">
    <xsd:import namespace="http://schemas.microsoft.com/sharepoint/v3"/>
    <xsd:import namespace="f2ad5090-61a8-4b8c-ab70-68f4ff4d1933"/>
    <xsd:import namespace="http://schemas.microsoft.com/sharepoint/v3/fields"/>
    <xsd:import namespace="c0950e01-db07-4e41-9c32-b7a8e9fccc9b"/>
    <xsd:element name="properties">
      <xsd:complexType>
        <xsd:sequence>
          <xsd:element name="documentManagement">
            <xsd:complexType>
              <xsd:all>
                <xsd:element ref="ns1:RoutingRuleDescription" minOccurs="0"/>
                <xsd:element ref="ns2:Document_x0020_Author" minOccurs="0"/>
                <xsd:element ref="ns3:_Status"/>
                <xsd:element ref="ns2:Document_x0020_Confidentiality"/>
                <xsd:element ref="ns2:_dlc_DocId" minOccurs="0"/>
                <xsd:element ref="ns2:_dlc_DocIdUrl" minOccurs="0"/>
                <xsd:element ref="ns2:_dlc_DocIdPersistId" minOccurs="0"/>
                <xsd:element ref="ns2:ARM_x0020_Legacy_x0020_ID" minOccurs="0"/>
                <xsd:element ref="ns2:Current_x0020_Version" minOccurs="0"/>
                <xsd:element ref="ns2:j60c3ced31bb40378c6254d49035d966" minOccurs="0"/>
                <xsd:element ref="ns2:TaxCatchAll" minOccurs="0"/>
                <xsd:element ref="ns2:TaxCatchAllLabel" minOccurs="0"/>
                <xsd:element ref="ns4:Categor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RoutingRuleDescription" ma:index="2" nillable="true" ma:displayName="Description" ma:internalName="RoutingRuleDescription" ma:readOnly="false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2ad5090-61a8-4b8c-ab70-68f4ff4d1933" elementFormDefault="qualified">
    <xsd:import namespace="http://schemas.microsoft.com/office/2006/documentManagement/types"/>
    <xsd:import namespace="http://schemas.microsoft.com/office/infopath/2007/PartnerControls"/>
    <xsd:element name="Document_x0020_Author" ma:index="3" nillable="true" ma:displayName="Document Author" ma:list="UserInfo" ma:SharePointGroup="0" ma:internalName="Document_x0020_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ocument_x0020_Confidentiality" ma:index="5" ma:displayName="Document Confidentiality" ma:default="Confidential" ma:format="Dropdown" ma:internalName="Document_x0020_Confidentiality">
      <xsd:simpleType>
        <xsd:restriction base="dms:Choice">
          <xsd:enumeration value="Secret"/>
          <xsd:enumeration value="Confidential-Restricted"/>
          <xsd:enumeration value="Confidential"/>
          <xsd:enumeration value="Non-Confidential"/>
          <xsd:enumeration value="Personal"/>
        </xsd:restriction>
      </xsd:simpleType>
    </xsd:element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ARM_x0020_Legacy_x0020_ID" ma:index="16" nillable="true" ma:displayName="ARM Legacy ID" ma:internalName="ARM_x0020_Legacy_x0020_ID">
      <xsd:simpleType>
        <xsd:restriction base="dms:Text">
          <xsd:maxLength value="255"/>
        </xsd:restriction>
      </xsd:simpleType>
    </xsd:element>
    <xsd:element name="Current_x0020_Version" ma:index="17" nillable="true" ma:displayName="Current Version" ma:description="The current version number of the file in SharePoint." ma:internalName="Current_x0020_Version" ma:readOnly="false">
      <xsd:simpleType>
        <xsd:restriction base="dms:Text">
          <xsd:maxLength value="255"/>
        </xsd:restriction>
      </xsd:simpleType>
    </xsd:element>
    <xsd:element name="j60c3ced31bb40378c6254d49035d966" ma:index="18" nillable="true" ma:taxonomy="true" ma:internalName="j60c3ced31bb40378c6254d49035d966" ma:taxonomyFieldName="Calendar_x0020_Year" ma:displayName="Calendar Year" ma:readOnly="false" ma:default="7;#2017|58467e81-5d99-44a5-abb5-12a016b65e9e" ma:fieldId="{360c3ced-31bb-4037-8c62-54d49035d966}" ma:sspId="982c6e79-63e2-4d63-9b21-99d1544b0b75" ma:termSetId="c604d99f-773e-49a6-a2c0-6d4bc7541120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9" nillable="true" ma:displayName="Taxonomy Catch All Column" ma:hidden="true" ma:list="{a9424fa9-fdb0-43c3-9a79-ae027323b92a}" ma:internalName="TaxCatchAll" ma:showField="CatchAllData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20" nillable="true" ma:displayName="Taxonomy Catch All Column1" ma:hidden="true" ma:list="{a9424fa9-fdb0-43c3-9a79-ae027323b92a}" ma:internalName="TaxCatchAllLabel" ma:readOnly="true" ma:showField="CatchAllDataLabel" ma:web="f2ad5090-61a8-4b8c-ab70-68f4ff4d19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/fields" elementFormDefault="qualified">
    <xsd:import namespace="http://schemas.microsoft.com/office/2006/documentManagement/types"/>
    <xsd:import namespace="http://schemas.microsoft.com/office/infopath/2007/PartnerControls"/>
    <xsd:element name="_Status" ma:index="4" ma:displayName="Status" ma:default="Not Started" ma:internalName="_Status" ma:readOnly="false">
      <xsd:simpleType>
        <xsd:union memberTypes="dms:Text">
          <xsd:simpleType>
            <xsd:restriction base="dms:Choice">
              <xsd:enumeration value="Not Started"/>
              <xsd:enumeration value="Draft"/>
              <xsd:enumeration value="Reviewed"/>
              <xsd:enumeration value="Scheduled"/>
              <xsd:enumeration value="Published"/>
              <xsd:enumeration value="Final"/>
              <xsd:enumeration value="Expired"/>
            </xsd:restriction>
          </xsd:simpleType>
        </xsd:un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950e01-db07-4e41-9c32-b7a8e9fccc9b" elementFormDefault="qualified">
    <xsd:import namespace="http://schemas.microsoft.com/office/2006/documentManagement/types"/>
    <xsd:import namespace="http://schemas.microsoft.com/office/infopath/2007/PartnerControls"/>
    <xsd:element name="Category" ma:index="22" nillable="true" ma:displayName="Category" ma:format="Dropdown" ma:internalName="Category">
      <xsd:simpleType>
        <xsd:restriction base="dms:Choice">
          <xsd:enumeration value="Word Documents - UK"/>
          <xsd:enumeration value="Word Documents - US"/>
          <xsd:enumeration value="Board Presentation Templates"/>
          <xsd:enumeration value="Public Presentation Templates"/>
          <xsd:enumeration value="Private Presentation Templat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1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 ma:index="6" ma:displayName="Keywords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axOccurs="1" ma:displayName="Status">
          <xsd:simpleType xmlns:xs="http://www.w3.org/2001/XMLSchema">
            <xsd:restriction base="xsd:string">
              <xsd:minLength value="1"/>
            </xsd:restriction>
          </xsd:simpleType>
        </xsd:element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959113B-7FA4-40AB-AF85-5C5588D4771C}">
  <ds:schemaRefs>
    <ds:schemaRef ds:uri="http://schemas.microsoft.com/office/2006/metadata/customXsn"/>
  </ds:schemaRefs>
</ds:datastoreItem>
</file>

<file path=customXml/itemProps2.xml><?xml version="1.0" encoding="utf-8"?>
<ds:datastoreItem xmlns:ds="http://schemas.openxmlformats.org/officeDocument/2006/customXml" ds:itemID="{B61D4E06-5D3F-4994-A4A7-4BA626FA722D}">
  <ds:schemaRefs>
    <ds:schemaRef ds:uri="http://schemas.microsoft.com/sharepoint/v3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c0950e01-db07-4e41-9c32-b7a8e9fccc9b"/>
    <ds:schemaRef ds:uri="http://purl.org/dc/dcmitype/"/>
    <ds:schemaRef ds:uri="http://purl.org/dc/terms/"/>
    <ds:schemaRef ds:uri="http://schemas.microsoft.com/sharepoint/v3/fields"/>
    <ds:schemaRef ds:uri="f2ad5090-61a8-4b8c-ab70-68f4ff4d1933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E7F2E56-8924-419D-99E9-79DB71144EB2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82EFBBFE-5AFC-4CAD-AD38-1CB870BDB255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5675509F-A6F5-4147-861D-E4CC99F48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2ad5090-61a8-4b8c-ab70-68f4ff4d1933"/>
    <ds:schemaRef ds:uri="http://schemas.microsoft.com/sharepoint/v3/fields"/>
    <ds:schemaRef ds:uri="c0950e01-db07-4e41-9c32-b7a8e9fccc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Arm_Public_2026_Lightmode</Template>
  <TotalTime>11583</TotalTime>
  <Words>3040</Words>
  <Application>Microsoft Macintosh PowerPoint</Application>
  <PresentationFormat>Widescreen</PresentationFormat>
  <Paragraphs>592</Paragraphs>
  <Slides>98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98</vt:i4>
      </vt:variant>
    </vt:vector>
  </HeadingPairs>
  <TitlesOfParts>
    <vt:vector size="103" baseType="lpstr">
      <vt:lpstr>Arial</vt:lpstr>
      <vt:lpstr>Calibri</vt:lpstr>
      <vt:lpstr>Wingdings</vt:lpstr>
      <vt:lpstr>Arm_Public_2026_Lightmode</vt:lpstr>
      <vt:lpstr>Arm_Public_2026_Darkmode</vt:lpstr>
      <vt:lpstr>Principles of Performance Engineering</vt:lpstr>
      <vt:lpstr>Why Performance Engineering?</vt:lpstr>
      <vt:lpstr>What is Performance Engineering</vt:lpstr>
      <vt:lpstr>The Modern CPU Pipeline</vt:lpstr>
      <vt:lpstr>CPU Slots and Micro-Operations</vt:lpstr>
      <vt:lpstr>Top-Down Microarchitectural Analysis</vt:lpstr>
      <vt:lpstr>The Top-Down Method</vt:lpstr>
      <vt:lpstr>The Four Buckets</vt:lpstr>
      <vt:lpstr>Frontend Bound</vt:lpstr>
      <vt:lpstr>Backend Bound</vt:lpstr>
      <vt:lpstr>Retiring</vt:lpstr>
      <vt:lpstr>Bad Speculation</vt:lpstr>
      <vt:lpstr>The Narrowing Hierachy</vt:lpstr>
      <vt:lpstr>Memory Hierachy and Caches</vt:lpstr>
      <vt:lpstr>The Memory Hierachy</vt:lpstr>
      <vt:lpstr>Cache Lines and Spatial Locality</vt:lpstr>
      <vt:lpstr>Measuring Cache Performance</vt:lpstr>
      <vt:lpstr>Cache Line Utilisation</vt:lpstr>
      <vt:lpstr>Cache Line Utilisation</vt:lpstr>
      <vt:lpstr>Compute Efficiency</vt:lpstr>
      <vt:lpstr>Scalar vs Vector (SIMD) Execution</vt:lpstr>
      <vt:lpstr>Instruction Mix Analysis</vt:lpstr>
      <vt:lpstr>The Optimisation Workflow</vt:lpstr>
      <vt:lpstr>Profile, Diagnose, Fix, Re-profile</vt:lpstr>
      <vt:lpstr>Key Takeaways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One column slide</vt:lpstr>
      <vt:lpstr>One column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Example in-person event slide</vt:lpstr>
      <vt:lpstr>Timeline template</vt:lpstr>
      <vt:lpstr>Org Chart</vt:lpstr>
      <vt:lpstr>Example Icon Slide</vt:lpstr>
      <vt:lpstr>PowerPoint Presentation</vt:lpstr>
      <vt:lpstr>Pullouts Keyline</vt:lpstr>
      <vt:lpstr>Pullouts Filled</vt:lpstr>
      <vt:lpstr>Color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Agenda</vt:lpstr>
      <vt:lpstr>Example in-person event slide</vt:lpstr>
      <vt:lpstr>Timeline template</vt:lpstr>
      <vt:lpstr>Org Chart</vt:lpstr>
      <vt:lpstr>Example Icon Slide</vt:lpstr>
      <vt:lpstr>PowerPoint Presentation</vt:lpstr>
      <vt:lpstr>Pullouts Keyline</vt:lpstr>
      <vt:lpstr>Pullouts Filled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Oliver Grainge</dc:creator>
  <cp:keywords/>
  <dc:description/>
  <cp:lastModifiedBy>Oliver Grainge</cp:lastModifiedBy>
  <cp:revision>27</cp:revision>
  <dcterms:created xsi:type="dcterms:W3CDTF">2026-04-20T06:35:28Z</dcterms:created>
  <dcterms:modified xsi:type="dcterms:W3CDTF">2026-04-28T07:38:35Z</dcterms:modified>
  <cp:category/>
  <cp:contentStatus>Published</cp:contentStatu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45c40ffca3445d9bf3205a60bd2f6d6">
    <vt:lpwstr>Confidential|28d1025d-1415-4984-b35e-5b79e7d32b5c</vt:lpwstr>
  </property>
  <property fmtid="{D5CDD505-2E9C-101B-9397-08002B2CF9AE}" pid="3" name="TaxKeyword">
    <vt:lpwstr/>
  </property>
  <property fmtid="{D5CDD505-2E9C-101B-9397-08002B2CF9AE}" pid="4" name="_dlc_policyId">
    <vt:lpwstr>0x0101004E4B3E189D714F49A85ED613D6AE4F95|-1756139441</vt:lpwstr>
  </property>
  <property fmtid="{D5CDD505-2E9C-101B-9397-08002B2CF9AE}" pid="5" name="_dlc_DocIdItemGuid">
    <vt:lpwstr>e89a121e-355c-4cb1-879e-045fefeb8c84</vt:lpwstr>
  </property>
  <property fmtid="{D5CDD505-2E9C-101B-9397-08002B2CF9AE}" pid="6" name="_dlc_ItemStageId">
    <vt:lpwstr>1</vt:lpwstr>
  </property>
  <property fmtid="{D5CDD505-2E9C-101B-9397-08002B2CF9AE}" pid="7" name="j60c3ced31bb40378c6254d49035d966">
    <vt:lpwstr>2015|ee47c3e7-6a69-4f36-9adf-1007c8d399a4</vt:lpwstr>
  </property>
  <property fmtid="{D5CDD505-2E9C-101B-9397-08002B2CF9AE}" pid="8" name="vti_description">
    <vt:lpwstr/>
  </property>
  <property fmtid="{D5CDD505-2E9C-101B-9397-08002B2CF9AE}" pid="9" name="WorkflowChangePath">
    <vt:lpwstr>1069b4ef-e6f3-4ad7-8c8e-772136578697,10;</vt:lpwstr>
  </property>
  <property fmtid="{D5CDD505-2E9C-101B-9397-08002B2CF9AE}" pid="10" name="Confidentiality">
    <vt:lpwstr>1;#Confidential|28d1025d-1415-4984-b35e-5b79e7d32b5c</vt:lpwstr>
  </property>
  <property fmtid="{D5CDD505-2E9C-101B-9397-08002B2CF9AE}" pid="11" name="ContentTypeId">
    <vt:lpwstr>0x0101005C6975769EB1684CAB07571CAE07A11B0100BC81FA0C64ACC243A77959D9266C7751</vt:lpwstr>
  </property>
  <property fmtid="{D5CDD505-2E9C-101B-9397-08002B2CF9AE}" pid="12" name="Calendar Year">
    <vt:lpwstr>7;#2017|58467e81-5d99-44a5-abb5-12a016b65e9e</vt:lpwstr>
  </property>
  <property fmtid="{D5CDD505-2E9C-101B-9397-08002B2CF9AE}" pid="13" name="TaxCatchAll">
    <vt:lpwstr/>
  </property>
  <property fmtid="{D5CDD505-2E9C-101B-9397-08002B2CF9AE}" pid="14" name="TaxKeywordTaxHTField">
    <vt:lpwstr/>
  </property>
  <property fmtid="{D5CDD505-2E9C-101B-9397-08002B2CF9AE}" pid="15" name="ItemRetentionFormula">
    <vt:lpwstr/>
  </property>
  <property fmtid="{D5CDD505-2E9C-101B-9397-08002B2CF9AE}" pid="16" name="_dlc_LastRun">
    <vt:lpwstr>08/15/2015 23:02:11</vt:lpwstr>
  </property>
</Properties>
</file>